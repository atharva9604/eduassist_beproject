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1F497D"/>
                </a:solidFill>
              </a:rPr>
              <a:t>Template Logic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Content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Content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