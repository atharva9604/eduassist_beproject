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handoutMasterIdLst>
    <p:handoutMasterId r:id="rId2"/>
  </p:handoutMasterIdLst>
  <p:sldSz cx="18288000" cy="10287000"/>
  <p:notesSz cx="6858000" cy="9144000"/>
  <p:embeddedFontLst>
    <p:embeddedFont>
      <p:font typeface="Calibri" panose="020F0502020204030204" pitchFamily="34" charset="0"/>
      <p:regular r:id="rId3"/>
      <p:bold r:id="rId4"/>
      <p:italic r:id="rId5"/>
      <p:boldItalic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22" d="100"/>
          <a:sy n="22" d="100"/>
        </p:scale>
        <p:origin x="1940" y="7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680" y="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5DFE1-43D7-4EB6-8D76-A7A8A7FBCE2B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13C521-97B3-4C05-9E1E-107362C28E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5818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/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53400" y="3238500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839200" y="51435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9" name="Freeform 3"/>
          <p:cNvSpPr/>
          <p:nvPr userDrawn="1"/>
        </p:nvSpPr>
        <p:spPr>
          <a:xfrm>
            <a:off x="0" y="-1454734"/>
            <a:ext cx="8483403" cy="11741734"/>
          </a:xfrm>
          <a:custGeom>
            <a:avLst/>
            <a:gdLst/>
            <a:ahLst/>
            <a:cxnLst/>
            <a:rect l="l" t="t" r="r" b="b"/>
            <a:pathLst>
              <a:path w="8483403" h="11741734">
                <a:moveTo>
                  <a:pt x="0" y="0"/>
                </a:moveTo>
                <a:lnTo>
                  <a:pt x="8483402" y="0"/>
                </a:lnTo>
                <a:lnTo>
                  <a:pt x="8483402" y="11741734"/>
                </a:lnTo>
                <a:lnTo>
                  <a:pt x="0" y="117417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/>
          <p:cNvSpPr/>
          <p:nvPr userDrawn="1"/>
        </p:nvSpPr>
        <p:spPr>
          <a:xfrm>
            <a:off x="2658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981" y="673608"/>
            <a:ext cx="8229600" cy="11430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0981" y="2009305"/>
            <a:ext cx="11887200" cy="6858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Freeform 5"/>
          <p:cNvSpPr/>
          <p:nvPr userDrawn="1"/>
        </p:nvSpPr>
        <p:spPr>
          <a:xfrm flipH="1" flipV="1">
            <a:off x="10999381" y="0"/>
            <a:ext cx="7315200" cy="1347216"/>
          </a:xfrm>
          <a:custGeom>
            <a:avLst/>
            <a:gdLst/>
            <a:ahLst/>
            <a:cxnLst/>
            <a:rect l="l" t="t" r="r" b="b"/>
            <a:pathLst>
              <a:path w="7315200" h="1347216">
                <a:moveTo>
                  <a:pt x="7315200" y="1347216"/>
                </a:moveTo>
                <a:lnTo>
                  <a:pt x="0" y="1347216"/>
                </a:lnTo>
                <a:lnTo>
                  <a:pt x="0" y="0"/>
                </a:lnTo>
                <a:lnTo>
                  <a:pt x="7315200" y="0"/>
                </a:lnTo>
                <a:lnTo>
                  <a:pt x="7315200" y="134721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3"/>
          <p:cNvSpPr/>
          <p:nvPr userDrawn="1"/>
        </p:nvSpPr>
        <p:spPr>
          <a:xfrm>
            <a:off x="0" y="8971026"/>
            <a:ext cx="7315200" cy="1347216"/>
          </a:xfrm>
          <a:custGeom>
            <a:avLst/>
            <a:gdLst/>
            <a:ahLst/>
            <a:cxnLst/>
            <a:rect l="l" t="t" r="r" b="b"/>
            <a:pathLst>
              <a:path w="7315200" h="1347216">
                <a:moveTo>
                  <a:pt x="0" y="0"/>
                </a:moveTo>
                <a:lnTo>
                  <a:pt x="7315200" y="0"/>
                </a:lnTo>
                <a:lnTo>
                  <a:pt x="7315200" y="1347216"/>
                </a:lnTo>
                <a:lnTo>
                  <a:pt x="0" y="13472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"/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67600" y="3924300"/>
            <a:ext cx="9525000" cy="2590800"/>
          </a:xfrm>
        </p:spPr>
        <p:txBody>
          <a:bodyPr>
            <a:noAutofit/>
          </a:bodyPr>
          <a:lstStyle>
            <a:lvl1pPr>
              <a:defRPr sz="9600" b="1" baseline="0">
                <a:solidFill>
                  <a:srgbClr val="002060"/>
                </a:solidFill>
              </a:defRPr>
            </a:lvl1pPr>
          </a:lstStyle>
          <a:p>
            <a:r>
              <a:rPr lang="en-US" dirty="0" smtClean="0"/>
              <a:t>THANK YOU</a:t>
            </a:r>
            <a:endParaRPr lang="en-IN" dirty="0"/>
          </a:p>
        </p:txBody>
      </p:sp>
      <p:sp>
        <p:nvSpPr>
          <p:cNvPr id="7" name="Freeform 3"/>
          <p:cNvSpPr/>
          <p:nvPr userDrawn="1"/>
        </p:nvSpPr>
        <p:spPr>
          <a:xfrm>
            <a:off x="0" y="-1429039"/>
            <a:ext cx="8483403" cy="11741734"/>
          </a:xfrm>
          <a:custGeom>
            <a:avLst/>
            <a:gdLst/>
            <a:ahLst/>
            <a:cxnLst/>
            <a:rect l="l" t="t" r="r" b="b"/>
            <a:pathLst>
              <a:path w="8483403" h="11741734">
                <a:moveTo>
                  <a:pt x="0" y="0"/>
                </a:moveTo>
                <a:lnTo>
                  <a:pt x="8483402" y="0"/>
                </a:lnTo>
                <a:lnTo>
                  <a:pt x="8483402" y="11741734"/>
                </a:lnTo>
                <a:lnTo>
                  <a:pt x="0" y="117417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5"/>
          <p:cNvSpPr/>
          <p:nvPr userDrawn="1"/>
        </p:nvSpPr>
        <p:spPr>
          <a:xfrm flipH="1" flipV="1">
            <a:off x="16230600" y="-1"/>
            <a:ext cx="2057400" cy="2070468"/>
          </a:xfrm>
          <a:custGeom>
            <a:avLst/>
            <a:gdLst/>
            <a:ahLst/>
            <a:cxnLst/>
            <a:rect l="l" t="t" r="r" b="b"/>
            <a:pathLst>
              <a:path w="4490914" h="4114800">
                <a:moveTo>
                  <a:pt x="4490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490914" y="0"/>
                </a:lnTo>
                <a:lnTo>
                  <a:pt x="4490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6"/>
          <p:cNvSpPr/>
          <p:nvPr userDrawn="1"/>
        </p:nvSpPr>
        <p:spPr>
          <a:xfrm flipH="1">
            <a:off x="16230599" y="8039100"/>
            <a:ext cx="2057400" cy="2273595"/>
          </a:xfrm>
          <a:custGeom>
            <a:avLst/>
            <a:gdLst/>
            <a:ahLst/>
            <a:cxnLst/>
            <a:rect l="l" t="t" r="r" b="b"/>
            <a:pathLst>
              <a:path w="4490914" h="4114800">
                <a:moveTo>
                  <a:pt x="4490914" y="0"/>
                </a:moveTo>
                <a:lnTo>
                  <a:pt x="0" y="0"/>
                </a:lnTo>
                <a:lnTo>
                  <a:pt x="0" y="4114800"/>
                </a:lnTo>
                <a:lnTo>
                  <a:pt x="4490914" y="4114800"/>
                </a:lnTo>
                <a:lnTo>
                  <a:pt x="449091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208284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White Geometric Modern Thesis Defense Presentation</dc:title>
  <dc:creator>Admin</dc:creator>
  <cp:lastModifiedBy>Microsoft account</cp:lastModifiedBy>
  <cp:revision>3</cp:revision>
  <dcterms:created xsi:type="dcterms:W3CDTF">2006-08-16T00:00:00Z</dcterms:created>
  <dcterms:modified xsi:type="dcterms:W3CDTF">2026-02-14T13:48:59Z</dcterms:modified>
  <dc:identifier>DAHBSJYOP8Q</dc:identifier>
</cp:coreProperties>
</file>