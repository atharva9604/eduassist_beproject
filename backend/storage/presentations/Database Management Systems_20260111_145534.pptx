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DBMS in the context of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Components of DBMS in the context of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Advantages of DBMS in the context of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Database Management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Database Management Systems manage and store data in a structured and accessible manner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DBMS provides a centralized view of data to end users and applications with minimal data redundancy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Introduction to DBMS involves understanding data models and schema for effective data organization and storage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systems support various data types and formats for storing and retrieving data securely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DBMS ensures data consistency and integrity by enforcing constraints and rules on data entry and modification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Management Systems provide support for querying and retrieving data using SQL and other languages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DBMS offers features like data backup and recovery for ensuring business continuity and minimizing data loss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Introduction to DBMS includes understanding database design and development methodologies and best practices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systems provide support for multiple users and concurrent access to data with security and authentication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DBMS is essential for managing and analyzing large volumes of data in various industries and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Components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Database Engine manages data storage and retrieval operations efficiently and securely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 Dictionary stores metadata about database structure and relationships between entities clearly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Query Processor optimizes and executes queries to retrieve or manipulate data quickly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 Storage Manager handles data storage and retrieval from disk or other storage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Transaction Manager ensures database consistency and integrity by managing transactions accurately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Manager enforces access control and authentication mechanisms to protect data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Administrator manages database performance, security, and maintenance tasks regularly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User Interface allows users to interact with database using queries or commands easily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Backup and Recovery Manager ensures data safety by creating backups and restoring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Advantages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Improved data integration and sharing across different applications and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Enhanced data security and access control with user authentication and authorization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Better data consistency and reduced data redundancy with data normalization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Increased data integrity with validation and verification of data entries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Improved data scalability and performance with query optimization techniques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Simplified data backup and recovery processes with automated tools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Enhanced data analysis and reporting capabilities with query languages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Improved support for multiple data formats and data types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Better management of concurrent access and data locking mechanisms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Increased flexibility and customization with extensible database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