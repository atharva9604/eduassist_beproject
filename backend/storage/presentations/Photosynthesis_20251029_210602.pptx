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Key takeaways from the presentation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Important points to remember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Next steps or further reading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