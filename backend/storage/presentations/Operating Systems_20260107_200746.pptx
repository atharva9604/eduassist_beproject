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Operating Systems presentation covering multiple topics. Today we'll explore: Create a 5-slide PPT on Operating System Process Management., Subject: Operating Systems, Slide titles:, Slide 1: Introduction to Process Management, Slide 2: Process States and Life Cycle, Slide 3: Process Control Block (PCB), Slide 4: CPU Scheduling Concepts, Slide 5: Context Switching, Generate content for each slide based on its 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process management, explain that it's a vital function of operating systems. Provide examples of independent and dependent processes, such as a web browser and a text editor. Discuss the importance of scheduling algorithms like FCFS, Priority, and Round-Robin. Ask students to consider the trade-offs between these algorithms and how they impact system performance. Key takeaways include understanding the role of process management and the basics of scheduling algorithms.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process management in Operating Systems, explaining that it's a crucial function. Give examples of processes, such as a web browser or word processor, and how the OS manages them. Discuss the importance of process control block and context switching. Ask students to consider what would happen without process synchronization and how deadlocks can occur. Key takeaway: process management is essential for efficient and effective OS operation.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process scheduling, emphasize the importance of efficient CPU time allocation. Provide examples of each scheduling algorithm, such as First-Come-First-Served and Priority Scheduling. Ask students to consider the trade-offs between different algorithms, such as fairness and throughput. Key takeaways include understanding the goals of process scheduling and the characteristics of different algorithms. Encourage students to think critically about how to optimize system performance in various scenarios.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concept of Operating Systems, emphasize their role as a manager of computer hardware resources. Explain how they act as an intermediary between the user and the computer hardware, managing memory, CPU, and storage devices. Provide examples of popular Operating Systems like Windows, macOS, and Linux. Discuss the key features of Operating Systems, including multitasking, multithreading, and multiprogramming. Ask students to consider how Operating Systems support input/output operations and device management. Emphasize the importance of security, integrity, and reliability of data in Operating Systems. Finally, highlight the various utilities provided by Operating Systems for system maintenance and troubleshooting, and encourage students to explore these utilities in a lab setting.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operating systems, explain their role in managing hardware resources and providing a platform for applications. Give examples of popular operating systems like Windows, Linux, and macOS. Ask students to consider the importance of operating systems in their daily lives and how they interact with them. Key takeaways include understanding the basic functions and types of operating systems, as well as their significance in modern computing.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Operating Systems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Create a 5-slide PPT on Operating System Process Management., Subject: Operating Systems, Slide titles:, Slide 1: Introduction to Process Management, Slide 2: Process States and Life Cycle, Slide 3: Process Control Block (PCB), Slide 4: CPU Scheduling Concepts, Slide 5: Context Switching, Generate content for each slide based on its title.</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5-slide PPT on Operating System Process Management. - Introduction</a:t>
            </a:r>
          </a:p>
        </p:txBody>
      </p:sp>
      <p:sp>
        <p:nvSpPr>
          <p:cNvPr id="3" name="Content Placeholder 2"/>
          <p:cNvSpPr>
            <a:spLocks noGrp="1"/>
          </p:cNvSpPr>
          <p:nvPr>
            <p:ph idx="1"/>
          </p:nvPr>
        </p:nvSpPr>
        <p:spPr/>
        <p:txBody>
          <a:bodyPr/>
          <a:lstStyle/>
          <a:p>
            <a:pPr>
              <a:defRPr sz="2000">
                <a:solidFill>
                  <a:srgbClr val="444444"/>
                </a:solidFill>
              </a:defRPr>
            </a:pPr>
            <a:r>
              <a:t>Process management is a crucial OS function</a:t>
            </a:r>
          </a:p>
          <a:p>
            <a:pPr>
              <a:defRPr sz="2000">
                <a:solidFill>
                  <a:srgbClr val="444444"/>
                </a:solidFill>
              </a:defRPr>
            </a:pPr>
            <a:r>
              <a:t>Manages creation, execution, and termination of processes</a:t>
            </a:r>
          </a:p>
          <a:p>
            <a:pPr>
              <a:defRPr sz="2000">
                <a:solidFill>
                  <a:srgbClr val="444444"/>
                </a:solidFill>
              </a:defRPr>
            </a:pPr>
            <a:r>
              <a:t>Ensures efficient use of system resources</a:t>
            </a:r>
          </a:p>
          <a:p>
            <a:pPr>
              <a:defRPr sz="2000">
                <a:solidFill>
                  <a:srgbClr val="444444"/>
                </a:solidFill>
              </a:defRPr>
            </a:pPr>
            <a:r>
              <a:t>Processes can be independent or dependent</a:t>
            </a:r>
          </a:p>
          <a:p>
            <a:pPr>
              <a:defRPr sz="2000">
                <a:solidFill>
                  <a:srgbClr val="444444"/>
                </a:solidFill>
              </a:defRPr>
            </a:pPr>
            <a:r>
              <a:t>Independent processes have separate memory spaces</a:t>
            </a:r>
          </a:p>
          <a:p>
            <a:pPr>
              <a:defRPr sz="2000">
                <a:solidFill>
                  <a:srgbClr val="444444"/>
                </a:solidFill>
              </a:defRPr>
            </a:pPr>
            <a:r>
              <a:t>Dependent processes share memory spaces</a:t>
            </a:r>
          </a:p>
          <a:p>
            <a:pPr>
              <a:defRPr sz="2000">
                <a:solidFill>
                  <a:srgbClr val="444444"/>
                </a:solidFill>
              </a:defRPr>
            </a:pPr>
            <a:r>
              <a:t>OS schedules processes using algorithms like FCFS</a:t>
            </a:r>
          </a:p>
          <a:p>
            <a:pPr>
              <a:defRPr sz="2000">
                <a:solidFill>
                  <a:srgbClr val="444444"/>
                </a:solidFill>
              </a:defRPr>
            </a:pPr>
            <a:r>
              <a:t>First-Come-First-Served scheduling is simple</a:t>
            </a:r>
          </a:p>
          <a:p>
            <a:pPr>
              <a:defRPr sz="2000">
                <a:solidFill>
                  <a:srgbClr val="444444"/>
                </a:solidFill>
              </a:defRPr>
            </a:pPr>
            <a:r>
              <a:t>Priority scheduling assigns priority to processes</a:t>
            </a:r>
          </a:p>
          <a:p>
            <a:pPr>
              <a:defRPr sz="2000">
                <a:solidFill>
                  <a:srgbClr val="444444"/>
                </a:solidFill>
              </a:defRPr>
            </a:pPr>
            <a:r>
              <a:t>Round-Robin scheduling allocates time slices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5-slide PPT on Operating System Process Management. - Introduction</a:t>
            </a:r>
          </a:p>
        </p:txBody>
      </p:sp>
      <p:sp>
        <p:nvSpPr>
          <p:cNvPr id="3" name="Content Placeholder 2"/>
          <p:cNvSpPr>
            <a:spLocks noGrp="1"/>
          </p:cNvSpPr>
          <p:nvPr>
            <p:ph idx="1"/>
          </p:nvPr>
        </p:nvSpPr>
        <p:spPr/>
        <p:txBody>
          <a:bodyPr/>
          <a:lstStyle/>
          <a:p>
            <a:pPr>
              <a:defRPr sz="2000">
                <a:solidFill>
                  <a:srgbClr val="444444"/>
                </a:solidFill>
              </a:defRPr>
            </a:pPr>
            <a:r>
              <a:t>Operating System manages computer hardware resources</a:t>
            </a:r>
          </a:p>
          <a:p>
            <a:pPr>
              <a:defRPr sz="2000">
                <a:solidFill>
                  <a:srgbClr val="444444"/>
                </a:solidFill>
              </a:defRPr>
            </a:pPr>
            <a:r>
              <a:t>Process management is a key OS function</a:t>
            </a:r>
          </a:p>
          <a:p>
            <a:pPr>
              <a:defRPr sz="2000">
                <a:solidFill>
                  <a:srgbClr val="444444"/>
                </a:solidFill>
              </a:defRPr>
            </a:pPr>
            <a:r>
              <a:t>Processes are programs in execution state</a:t>
            </a:r>
          </a:p>
          <a:p>
            <a:pPr>
              <a:defRPr sz="2000">
                <a:solidFill>
                  <a:srgbClr val="444444"/>
                </a:solidFill>
              </a:defRPr>
            </a:pPr>
            <a:r>
              <a:t>Thread is a lightweight process unit</a:t>
            </a:r>
          </a:p>
          <a:p>
            <a:pPr>
              <a:defRPr sz="2000">
                <a:solidFill>
                  <a:srgbClr val="444444"/>
                </a:solidFill>
              </a:defRPr>
            </a:pPr>
            <a:r>
              <a:t>Process control block stores process information</a:t>
            </a:r>
          </a:p>
          <a:p>
            <a:pPr>
              <a:defRPr sz="2000">
                <a:solidFill>
                  <a:srgbClr val="444444"/>
                </a:solidFill>
              </a:defRPr>
            </a:pPr>
            <a:r>
              <a:t>Context switching is process state switching</a:t>
            </a:r>
          </a:p>
          <a:p>
            <a:pPr>
              <a:defRPr sz="2000">
                <a:solidFill>
                  <a:srgbClr val="444444"/>
                </a:solidFill>
              </a:defRPr>
            </a:pPr>
            <a:r>
              <a:t>Interrupts trigger process scheduling algorithms</a:t>
            </a:r>
          </a:p>
          <a:p>
            <a:pPr>
              <a:defRPr sz="2000">
                <a:solidFill>
                  <a:srgbClr val="444444"/>
                </a:solidFill>
              </a:defRPr>
            </a:pPr>
            <a:r>
              <a:t>CPU scheduling algorithms manage process execution</a:t>
            </a:r>
          </a:p>
          <a:p>
            <a:pPr>
              <a:defRPr sz="2000">
                <a:solidFill>
                  <a:srgbClr val="444444"/>
                </a:solidFill>
              </a:defRPr>
            </a:pPr>
            <a:r>
              <a:t>Process synchronization avoids data inconsistency</a:t>
            </a:r>
          </a:p>
          <a:p>
            <a:pPr>
              <a:defRPr sz="2000">
                <a:solidFill>
                  <a:srgbClr val="444444"/>
                </a:solidFill>
              </a:defRPr>
            </a:pPr>
            <a:r>
              <a:t>Deadlock occurs when processes wait indefinitely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5-slide PPT on Operating System Process Management. - Process Scheduling</a:t>
            </a:r>
          </a:p>
        </p:txBody>
      </p:sp>
      <p:sp>
        <p:nvSpPr>
          <p:cNvPr id="3" name="Content Placeholder 2"/>
          <p:cNvSpPr>
            <a:spLocks noGrp="1"/>
          </p:cNvSpPr>
          <p:nvPr>
            <p:ph idx="1"/>
          </p:nvPr>
        </p:nvSpPr>
        <p:spPr/>
        <p:txBody>
          <a:bodyPr/>
          <a:lstStyle/>
          <a:p>
            <a:pPr>
              <a:defRPr sz="2000">
                <a:solidFill>
                  <a:srgbClr val="444444"/>
                </a:solidFill>
              </a:defRPr>
            </a:pPr>
            <a:r>
              <a:t>Process scheduling algorithms manage CPU time allocation</a:t>
            </a:r>
          </a:p>
          <a:p>
            <a:pPr>
              <a:defRPr sz="2000">
                <a:solidFill>
                  <a:srgbClr val="444444"/>
                </a:solidFill>
              </a:defRPr>
            </a:pPr>
            <a:r>
              <a:t>First-Come-First-Served scheduling is simple and easy</a:t>
            </a:r>
          </a:p>
          <a:p>
            <a:pPr>
              <a:defRPr sz="2000">
                <a:solidFill>
                  <a:srgbClr val="444444"/>
                </a:solidFill>
              </a:defRPr>
            </a:pPr>
            <a:r>
              <a:t>Shortest Job First scheduling minimizes average wait time</a:t>
            </a:r>
          </a:p>
          <a:p>
            <a:pPr>
              <a:defRPr sz="2000">
                <a:solidFill>
                  <a:srgbClr val="444444"/>
                </a:solidFill>
              </a:defRPr>
            </a:pPr>
            <a:r>
              <a:t>Priority Scheduling allocates CPU based on priority</a:t>
            </a:r>
          </a:p>
          <a:p>
            <a:pPr>
              <a:defRPr sz="2000">
                <a:solidFill>
                  <a:srgbClr val="444444"/>
                </a:solidFill>
              </a:defRPr>
            </a:pPr>
            <a:r>
              <a:t>Round Robin scheduling allocates fixed time slots</a:t>
            </a:r>
          </a:p>
          <a:p>
            <a:pPr>
              <a:defRPr sz="2000">
                <a:solidFill>
                  <a:srgbClr val="444444"/>
                </a:solidFill>
              </a:defRPr>
            </a:pPr>
            <a:r>
              <a:t>Multilevel feedback queues adjust priority dynamically</a:t>
            </a:r>
          </a:p>
          <a:p>
            <a:pPr>
              <a:defRPr sz="2000">
                <a:solidFill>
                  <a:srgbClr val="444444"/>
                </a:solidFill>
              </a:defRPr>
            </a:pPr>
            <a:r>
              <a:t>Rate Monotonic Scheduling allocates CPU based on rate</a:t>
            </a:r>
          </a:p>
          <a:p>
            <a:pPr>
              <a:defRPr sz="2000">
                <a:solidFill>
                  <a:srgbClr val="444444"/>
                </a:solidFill>
              </a:defRPr>
            </a:pPr>
            <a:r>
              <a:t>Earliest Deadline First scheduling meets deadline constraints</a:t>
            </a:r>
          </a:p>
          <a:p>
            <a:pPr>
              <a:defRPr sz="2000">
                <a:solidFill>
                  <a:srgbClr val="444444"/>
                </a:solidFill>
              </a:defRPr>
            </a:pPr>
            <a:r>
              <a:t>Scheduling algorithms aim to optimize system performance</a:t>
            </a:r>
          </a:p>
          <a:p>
            <a:pPr>
              <a:defRPr sz="2000">
                <a:solidFill>
                  <a:srgbClr val="444444"/>
                </a:solidFill>
              </a:defRPr>
            </a:pPr>
            <a:r>
              <a:t>CPU utilization and throughput are key performance metrics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Subject: Operating Systems - Introduction</a:t>
            </a:r>
          </a:p>
        </p:txBody>
      </p:sp>
      <p:sp>
        <p:nvSpPr>
          <p:cNvPr id="3" name="Content Placeholder 2"/>
          <p:cNvSpPr>
            <a:spLocks noGrp="1"/>
          </p:cNvSpPr>
          <p:nvPr>
            <p:ph idx="1"/>
          </p:nvPr>
        </p:nvSpPr>
        <p:spPr/>
        <p:txBody>
          <a:bodyPr/>
          <a:lstStyle/>
          <a:p>
            <a:pPr>
              <a:defRPr sz="2000">
                <a:solidFill>
                  <a:srgbClr val="444444"/>
                </a:solidFill>
              </a:defRPr>
            </a:pPr>
            <a:r>
              <a:t>Operating Systems manage computer hardware resources efficiently</a:t>
            </a:r>
          </a:p>
          <a:p>
            <a:pPr>
              <a:defRPr sz="2000">
                <a:solidFill>
                  <a:srgbClr val="444444"/>
                </a:solidFill>
              </a:defRPr>
            </a:pPr>
            <a:r>
              <a:t>Acts as intermediary between user and computer hardware</a:t>
            </a:r>
          </a:p>
          <a:p>
            <a:pPr>
              <a:defRPr sz="2000">
                <a:solidFill>
                  <a:srgbClr val="444444"/>
                </a:solidFill>
              </a:defRPr>
            </a:pPr>
            <a:r>
              <a:t>Manages memory, CPU, and storage devices effectively</a:t>
            </a:r>
          </a:p>
          <a:p>
            <a:pPr>
              <a:defRPr sz="2000">
                <a:solidFill>
                  <a:srgbClr val="444444"/>
                </a:solidFill>
              </a:defRPr>
            </a:pPr>
            <a:r>
              <a:t>Provides platform for running applications and services</a:t>
            </a:r>
          </a:p>
          <a:p>
            <a:pPr>
              <a:defRPr sz="2000">
                <a:solidFill>
                  <a:srgbClr val="444444"/>
                </a:solidFill>
              </a:defRPr>
            </a:pPr>
            <a:r>
              <a:t>Examples include Windows, macOS, and Linux</a:t>
            </a:r>
          </a:p>
          <a:p>
            <a:pPr>
              <a:defRPr sz="2000">
                <a:solidFill>
                  <a:srgbClr val="444444"/>
                </a:solidFill>
              </a:defRPr>
            </a:pPr>
            <a:r>
              <a:t>Enables multitasking, multithreading, and multiprogramming</a:t>
            </a:r>
          </a:p>
          <a:p>
            <a:pPr>
              <a:defRPr sz="2000">
                <a:solidFill>
                  <a:srgbClr val="444444"/>
                </a:solidFill>
              </a:defRPr>
            </a:pPr>
            <a:r>
              <a:t>Supports input/output operations and device management</a:t>
            </a:r>
          </a:p>
          <a:p>
            <a:pPr>
              <a:defRPr sz="2000">
                <a:solidFill>
                  <a:srgbClr val="444444"/>
                </a:solidFill>
              </a:defRPr>
            </a:pPr>
            <a:r>
              <a:t>Ensures security, integrity, and reliability of data</a:t>
            </a:r>
          </a:p>
          <a:p>
            <a:pPr>
              <a:defRPr sz="2000">
                <a:solidFill>
                  <a:srgbClr val="444444"/>
                </a:solidFill>
              </a:defRPr>
            </a:pPr>
            <a:r>
              <a:t>Provides utilities for system maintenance and troubleshooting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Subject: Operating Systems - Introduction</a:t>
            </a:r>
          </a:p>
        </p:txBody>
      </p:sp>
      <p:sp>
        <p:nvSpPr>
          <p:cNvPr id="3" name="Content Placeholder 2"/>
          <p:cNvSpPr>
            <a:spLocks noGrp="1"/>
          </p:cNvSpPr>
          <p:nvPr>
            <p:ph idx="1"/>
          </p:nvPr>
        </p:nvSpPr>
        <p:spPr/>
        <p:txBody>
          <a:bodyPr/>
          <a:lstStyle/>
          <a:p>
            <a:pPr>
              <a:defRPr sz="2000">
                <a:solidFill>
                  <a:srgbClr val="444444"/>
                </a:solidFill>
              </a:defRPr>
            </a:pPr>
            <a:r>
              <a:t>Operating Systems manage computer hardware resources efficiently</a:t>
            </a:r>
          </a:p>
          <a:p>
            <a:pPr>
              <a:defRPr sz="2000">
                <a:solidFill>
                  <a:srgbClr val="444444"/>
                </a:solidFill>
              </a:defRPr>
            </a:pPr>
            <a:r>
              <a:t>Acts as intermediary between user and hardware components</a:t>
            </a:r>
          </a:p>
          <a:p>
            <a:pPr>
              <a:defRPr sz="2000">
                <a:solidFill>
                  <a:srgbClr val="444444"/>
                </a:solidFill>
              </a:defRPr>
            </a:pPr>
            <a:r>
              <a:t>Manages memory, CPU, and storage devices effectively</a:t>
            </a:r>
          </a:p>
          <a:p>
            <a:pPr>
              <a:defRPr sz="2000">
                <a:solidFill>
                  <a:srgbClr val="444444"/>
                </a:solidFill>
              </a:defRPr>
            </a:pPr>
            <a:r>
              <a:t>Provides platform for running applications and services</a:t>
            </a:r>
          </a:p>
          <a:p>
            <a:pPr>
              <a:defRPr sz="2000">
                <a:solidFill>
                  <a:srgbClr val="444444"/>
                </a:solidFill>
              </a:defRPr>
            </a:pPr>
            <a:r>
              <a:t>Enables multitasking and multithreading capabilities</a:t>
            </a:r>
          </a:p>
          <a:p>
            <a:pPr>
              <a:defRPr sz="2000">
                <a:solidFill>
                  <a:srgbClr val="444444"/>
                </a:solidFill>
              </a:defRPr>
            </a:pPr>
            <a:r>
              <a:t>Supports various file systems and storage options</a:t>
            </a:r>
          </a:p>
          <a:p>
            <a:pPr>
              <a:defRPr sz="2000">
                <a:solidFill>
                  <a:srgbClr val="444444"/>
                </a:solidFill>
              </a:defRPr>
            </a:pPr>
            <a:r>
              <a:t>Ensures security and authentication mechanisms</a:t>
            </a:r>
          </a:p>
          <a:p>
            <a:pPr>
              <a:defRPr sz="2000">
                <a:solidFill>
                  <a:srgbClr val="444444"/>
                </a:solidFill>
              </a:defRPr>
            </a:pPr>
            <a:r>
              <a:t>Provides networking and communication protocols</a:t>
            </a:r>
          </a:p>
          <a:p>
            <a:pPr>
              <a:defRPr sz="2000">
                <a:solidFill>
                  <a:srgbClr val="444444"/>
                </a:solidFill>
              </a:defRPr>
            </a:pPr>
            <a:r>
              <a:t>Examples include Windows, Linux, and macOS operating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