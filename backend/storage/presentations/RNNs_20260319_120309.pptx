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pPr/>
            <a:r>
              <a:t>Recurrent Neural Networks are a type of deep learning model.</a:t>
            </a:r>
          </a:p>
          <a:p>
            <a:pPr/>
            <a:r>
              <a:t>RNNs are designed to handle sequential data and time series forecasting.</a:t>
            </a:r>
          </a:p>
          <a:p>
            <a:pPr/>
            <a:r>
              <a:t>They have feedback connections that allow information to loop back.</a:t>
            </a:r>
          </a:p>
          <a:p>
            <a:pPr/>
            <a:r>
              <a:t>This looping back of information allows the model to keep track of state.</a:t>
            </a:r>
          </a:p>
          <a:p>
            <a:pPr/>
            <a:r>
              <a:t>RNNs can be used for natural language processing and speech recognition.</a:t>
            </a:r>
          </a:p>
          <a:p>
            <a:pPr/>
            <a:r>
              <a:t>The architecture of RNNs includes an input layer and an output layer.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928a714065a14ec09b66232b76c18a4d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/>
          <a:lstStyle/>
          <a:p>
            <a:pPr/>
            <a:r>
              <a:t>Recurrent Neural Networks are designed to handle sequential data effectively always.</a:t>
            </a:r>
          </a:p>
          <a:p>
            <a:pPr/>
            <a:r>
              <a:t>The core concept of RNNs involves recursive feedback connections in the network.</a:t>
            </a:r>
          </a:p>
          <a:p>
            <a:pPr/>
            <a:r>
              <a:t>RNNs have a unique architecture that allows them to maintain internal state.</a:t>
            </a:r>
          </a:p>
          <a:p>
            <a:pPr/>
            <a:r>
              <a:t>This internal state is used to capture temporal relationships in data sequences.</a:t>
            </a:r>
          </a:p>
          <a:p>
            <a:pPr/>
            <a:r>
              <a:t>The architecture of RNNs includes input, output, and hidden layers typically.</a:t>
            </a:r>
          </a:p>
          <a:p>
            <a:pPr/>
            <a:r>
              <a:t>h_t = tanh(Wx_t + Uh_{t-1}) represents the basic mathematical equation for RNNs.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5463fbbe195a41fea44cbc42037e9a3e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utilize sequential data to predict outcomes effectively.</a:t>
            </a:r>
          </a:p>
          <a:p>
            <a:pPr/>
            <a:r>
              <a:t>The architecture of RNNs consists of feedback connections to process sequences.</a:t>
            </a:r>
          </a:p>
          <a:p>
            <a:pPr/>
            <a:r>
              <a:t>RNNs are trained using backpropagation through time to optimize weights.</a:t>
            </a:r>
          </a:p>
          <a:p>
            <a:pPr/>
            <a:r>
              <a:t>The hidden state is updated at each time step using previous information.</a:t>
            </a:r>
          </a:p>
          <a:p>
            <a:pPr/>
            <a:r>
              <a:t>h_t = tanh(Wx_t + Uh_{t-1}) represents the mathematical formulation of RNNs.</a:t>
            </a:r>
          </a:p>
          <a:p>
            <a:pPr/>
            <a:r>
              <a:t>RNNs can learn long-term dependencies in sequential data through training.</a:t>
            </a:r>
          </a:p>
          <a:p>
            <a:pPr/>
            <a:r>
              <a:t>The vanishing gradient problem is a major challenge in training RNNs.</a:t>
            </a:r>
          </a:p>
          <a:p>
            <a:pPr/>
            <a:r>
              <a:t>Gated Recurrent Units and Long Short-Term Memory networks mitigate this issue.</a:t>
            </a:r>
          </a:p>
          <a:p>
            <a:pPr/>
            <a:r>
              <a:t>RNNs have applications in natural language processing and speech recognition.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used for natural language processing tasks effectively.</a:t>
            </a:r>
          </a:p>
          <a:p>
            <a:pPr/>
            <a:r>
              <a:t>RNNs can learn sequential patterns in time series data analysis applications.</a:t>
            </a:r>
          </a:p>
          <a:p>
            <a:pPr/>
            <a:r>
              <a:t>Speech recognition systems rely heavily on RNN architectures and designs.</a:t>
            </a:r>
          </a:p>
          <a:p>
            <a:pPr/>
            <a:r>
              <a:t>Language translation models often utilize RNNs for sequence-to-sequence learning.</a:t>
            </a:r>
          </a:p>
          <a:p>
            <a:pPr/>
            <a:r>
              <a:t>RNNs are applied in sentiment analysis to understand text-based user feedback.</a:t>
            </a:r>
          </a:p>
          <a:p>
            <a:pPr/>
            <a:r>
              <a:t>Chatbots and virtual assistants use RNNs to generate human-like responses.</a:t>
            </a:r>
          </a:p>
          <a:p>
            <a:pPr/>
            <a:r>
              <a:t>h_t = tanh(Wx_t + Uh_{t-1}) represents the basic RNN cell equation.</a:t>
            </a:r>
          </a:p>
          <a:p>
            <a:pPr/>
            <a:r>
              <a:t>Text summarization and question answering systems also employ RNN techniques.</a:t>
            </a:r>
          </a:p>
          <a:p>
            <a:pPr/>
            <a:r>
              <a:t>RNNs are used in music and video generation to create sequential content.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