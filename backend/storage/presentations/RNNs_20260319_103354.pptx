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Summary &amp; Key Takeaways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primary focus of Introduction involves understanding the foundational mechanics of RNNs within the broader context of Deep Learning.</a:t>
            </a:r>
          </a:p>
          <a:p>
            <a:pPr/>
            <a:r>
              <a:t>A mathematical or structural approach to Introduction helps illustrate how various components interact and influence the overall outcome.</a:t>
            </a:r>
          </a:p>
          <a:p>
            <a:pPr/>
            <a:r>
              <a:t>Engineers and researchers utilize these concepts extensively to build robust systems that account for dynamic changes in the environment.</a:t>
            </a:r>
          </a:p>
          <a:p>
            <a:pPr/>
            <a:r>
              <a:t>One critical piece of this subject is recognizing the limitations and assumptions that bound standard models and equations.</a:t>
            </a:r>
          </a:p>
          <a:p>
            <a:pPr/>
            <a:r>
              <a:t>To effectively apply Introduction, one must first evaluate baseline metrics and then execute iterative improvements.</a:t>
            </a:r>
          </a:p>
          <a:p>
            <a:pPr/>
            <a:r>
              <a:t>Historically, advancements in this area of RNNs have relied heavily on both empirical validation and rigorous theoretical frameworks.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pic>
        <p:nvPicPr>
          <p:cNvPr id="4" name="Picture 3" descr="e37494f2fb6d46ac8f3202076404a4e5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core concept of Recurrent Neural Networks (RNNs) revolves around their ability to capture sequential relationships in data, such as t...</a:t>
            </a:r>
          </a:p>
          <a:p>
            <a:pPr/>
            <a:r>
              <a:t>RNNs typically consist of an input layer, a hidden layer, and an output layer, with the hidden layer being where the recurrent connection...</a:t>
            </a:r>
          </a:p>
          <a:p>
            <a:pPr/>
            <a:r>
              <a:t>The activation function, such as sigmoid or tanh, is crucial in RNNs as it introduces non-linearity into the model, enabling the network...</a:t>
            </a:r>
          </a:p>
          <a:p>
            <a:pPr/>
            <a:r>
              <a:t>Backpropagation Through Time (BPTT) is a key algorithm used for training RNNs, which involves unrolling the network in time, allowing the...</a:t>
            </a:r>
          </a:p>
          <a:p>
            <a:pPr/>
            <a:r>
              <a:t>To mitigate the vanishing gradient problem in RNNs, techniques such as gradient clipping, where the gradient is scaled to have a maximum...</a:t>
            </a:r>
          </a:p>
          <a:p>
            <a:pPr/>
            <a:r>
              <a:t>The choice of activation function and initialization of the recurrent weight matrix can significantly impact the performance of an RNN, w...</a:t>
            </a:r>
          </a:p>
          <a:p>
            <a:pPr/>
            <a:r>
              <a:t>RNNs can be further extended to more complex architectures, such as bidirectional RNNs, which process the input sequence in both forward...</a:t>
            </a:r>
          </a:p>
          <a:p>
            <a:pPr/>
            <a:r>
              <a:t>In terms of training RNNs, stochastic gradient descent (SGD) with momentum is often used, where the update rule for the model parameters...</a:t>
            </a:r>
          </a:p>
          <a:p>
            <a:pPr/>
            <a:r>
              <a:t>Regularization techniques, such as dropout, where a fraction of the neurons are randomly dropped during training, or L1 and L2 regulariza...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pic>
        <p:nvPicPr>
          <p:cNvPr id="4" name="Picture 3" descr="1022373daad443c1a344e13269314fb6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Recurrent Neural Network (RNN) is a type of neural network where the output from the previous step is fed as input to the current step,...</a:t>
            </a:r>
          </a:p>
          <a:p>
            <a:pPr/>
            <a:r>
              <a:t>The activation function, typically a sigmoid or tanh function, introduces non-linearity into the model, enabling the RNN to learn and rep...</a:t>
            </a:r>
          </a:p>
          <a:p>
            <a:pPr/>
            <a:r>
              <a:t>The RNN's ability to maintain a hidden state over time allows it to capture temporal relationships in sequential data, such as speech, te...</a:t>
            </a:r>
          </a:p>
          <a:p>
            <a:pPr/>
            <a:r>
              <a:t>Training an RNN involves optimizing the model's parameters to minimize the difference between the predicted output and the actual output,...</a:t>
            </a:r>
          </a:p>
          <a:p>
            <a:pPr/>
            <a:r>
              <a:t>To mitigate the vanishing gradient problem, which can occur when training RNNs using BPTT, techniques such as gradient clipping, weight r...</a:t>
            </a:r>
          </a:p>
          <a:p>
            <a:pPr/>
            <a:r>
              <a:t>RNNs can also be used for generative modeling, where the goal is to learn a probability distribution over a sequence of data, such as tex...</a:t>
            </a:r>
          </a:p>
          <a:p>
            <a:pPr/>
            <a:r>
              <a:t>In addition to LSTMs, other variants of RNNs include Gated Recurrent Units (GRUs) and Bidirectional RNNs, which can be used to model more...</a:t>
            </a:r>
          </a:p>
          <a:p>
            <a:pPr/>
            <a:r>
              <a:t>The choice of activation function and optimization algorithm can significantly impact the performance of an RNN, with popular choices inc...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(RNNs) are widely used in Natural Language Processing (NLP) tasks, such as language modeling, where the goal is...</a:t>
            </a:r>
          </a:p>
          <a:p>
            <a:pPr/>
            <a:r>
              <a:t>RNNs are also applied in speech recognition systems, where they are used to model the temporal relationships between acoustic features, s...</a:t>
            </a:r>
          </a:p>
          <a:p>
            <a:pPr/>
            <a:r>
              <a:t>In addition, RNNs are used in machine translation tasks, where they are employed to model the sequential relationships between words in t...</a:t>
            </a:r>
          </a:p>
          <a:p>
            <a:pPr/>
            <a:r>
              <a:t>Another application of RNNs is in time series forecasting, where they are used to predict future values in a sequence, such as stock pric...</a:t>
            </a:r>
          </a:p>
          <a:p>
            <a:pPr/>
            <a:r>
              <a:t>RNNs are also used in sentiment analysis tasks, where they are employed to model the sequential relationships between words in a sentence...</a:t>
            </a:r>
          </a:p>
          <a:p>
            <a:pPr/>
            <a:r>
              <a:t>Furthermore, RNNs are applied in chatbots and dialogue systems, where they are used to model the sequential relationships between user in...</a:t>
            </a:r>
          </a:p>
          <a:p>
            <a:pPr/>
            <a:r>
              <a:t>RNNs are also used in music generation tasks, where they are employed to model the sequential relationships between musical notes, to gen...</a:t>
            </a:r>
          </a:p>
          <a:p>
            <a:pPr/>
            <a:r>
              <a:t>In addition, RNNs are applied in video analysis tasks, such as action recognition and object detection, where they are used to model the...</a:t>
            </a:r>
          </a:p>
          <a:p>
            <a:pPr/>
            <a:r>
              <a:t>RNNs are also used in recommender systems, where they are employed to model the sequential relationships between user interactions, such...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Recurrent Neural Networks (RNNs) are a type of deep learning model that is particularly well-suited for sequential data, such as time ser...</a:t>
            </a:r>
          </a:p>
          <a:p>
            <a:pPr/>
            <a:r>
              <a:t>The primary component of an RNN is the recurrent layer, which consists of a set of recurrently connected nodes or neurons, where each nod...</a:t>
            </a:r>
          </a:p>
          <a:p>
            <a:pPr/>
            <a:r>
              <a:t>One of the key challenges in training RNNs is the vanishing gradient problem, which occurs when the gradients of the loss function with r...</a:t>
            </a:r>
          </a:p>
          <a:p>
            <a:pPr/>
            <a:r>
              <a:t>RNNs can be further categorized into different types, including Simple RNNs, LSTM (Long Short-Term Memory) networks, and GRU (Gated Recur...</a:t>
            </a:r>
          </a:p>
          <a:p>
            <a:pPr/>
            <a:r>
              <a:t>LSTM networks, in particular, are designed to handle the vanishing gradient problem by introducing a set of gates, including the input ga...</a:t>
            </a:r>
          </a:p>
          <a:p>
            <a:pPr/>
            <a:r>
              <a:t>GRU networks, on the other hand, are a simpler alternative to LSTM networks, and consist of a reset gate and an update gate, which contro...</a:t>
            </a:r>
          </a:p>
          <a:p>
            <a:pPr/>
            <a:r>
              <a:t>In terms of applications, RNNs have been widely used in a variety of tasks, including language modeling, speech recognition, and machine...</a:t>
            </a:r>
          </a:p>
          <a:p>
            <a:pPr/>
            <a:r>
              <a:t>The choice of optimization algorithm and hyperparameters, such as the learning rate and batch size, can have a significant impact on the...</a:t>
            </a:r>
          </a:p>
          <a:p>
            <a:pPr/>
            <a:r>
              <a:t>Finally, RNNs can be evaluated using a variety of metrics, including perplexity, accuracy, and F1 score, which provide a measure of the m...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Key Takeaways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10</cp:revision>
  <dcterms:created xsi:type="dcterms:W3CDTF">2026-02-15T06:21:20Z</dcterms:created>
  <dcterms:modified xsi:type="dcterms:W3CDTF">2026-02-15T09:18:36Z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