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Introduction to Operating Systems, Process Management, Memory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introduction of operating systems, which plays a crucial role in managing computer hardware and software resources. In this section, we will explore the fundamentals of operating systems, including their functions, types, and characteristics. We will also discuss the importance of operating systems in modern computing and their applications in various fields.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introduce the basics of operating systems, including their role, functions, and characteristics. Operating systems act as a bridge between the user and the computer hardware, managing resources and providing a platform for running applications. We will explore the key components and features of operating systems, setting the stage for further study and exploration.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introduce the basic concepts of operating systems, including their primary functions and characteristics. We will explore how operating systems manage computer hardware and software resources, and provide a platform for running applications and services. The key points to focus on include memory management, security, and file systems.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Operating Systems, Process Management, Memory Management</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Overview</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Acts as intermediary between user and computer hardware components</a:t>
            </a:r>
          </a:p>
          <a:p>
            <a:pPr>
              <a:defRPr sz="2000">
                <a:solidFill>
                  <a:srgbClr val="444444"/>
                </a:solidFill>
              </a:defRPr>
            </a:pPr>
            <a:r>
              <a:t>Provides platform for running applications and services smoothly</a:t>
            </a:r>
          </a:p>
          <a:p>
            <a:pPr>
              <a:defRPr sz="2000">
                <a:solidFill>
                  <a:srgbClr val="444444"/>
                </a:solidFill>
              </a:defRPr>
            </a:pPr>
            <a:r>
              <a:t>Controls input output and storage devices effectively always</a:t>
            </a:r>
          </a:p>
          <a:p>
            <a:pPr>
              <a:defRPr sz="2000">
                <a:solidFill>
                  <a:srgbClr val="444444"/>
                </a:solidFill>
              </a:defRPr>
            </a:pPr>
            <a:r>
              <a:t>Manages memory and storage for optimal performance always</a:t>
            </a:r>
          </a:p>
          <a:p>
            <a:pPr>
              <a:defRPr sz="2000">
                <a:solidFill>
                  <a:srgbClr val="444444"/>
                </a:solidFill>
              </a:defRPr>
            </a:pPr>
            <a:r>
              <a:t>Provides security and authentication mechanisms for protection</a:t>
            </a:r>
          </a:p>
          <a:p>
            <a:pPr>
              <a:defRPr sz="2000">
                <a:solidFill>
                  <a:srgbClr val="444444"/>
                </a:solidFill>
              </a:defRPr>
            </a:pPr>
            <a:r>
              <a:t>Supports multitasking and multithreading for efficiency</a:t>
            </a:r>
          </a:p>
          <a:p>
            <a:pPr>
              <a:defRPr sz="2000">
                <a:solidFill>
                  <a:srgbClr val="444444"/>
                </a:solidFill>
              </a:defRPr>
            </a:pPr>
            <a:r>
              <a:t>Handles interrupts and exceptions for smooth operation</a:t>
            </a:r>
          </a:p>
          <a:p>
            <a:pPr>
              <a:defRPr sz="2000">
                <a:solidFill>
                  <a:srgbClr val="444444"/>
                </a:solidFill>
              </a:defRPr>
            </a:pPr>
            <a:r>
              <a:t>Enables communication between hardware and software components</a:t>
            </a:r>
          </a:p>
        </p:txBody>
      </p:sp>
      <p:pic>
        <p:nvPicPr>
          <p:cNvPr id="4" name="Picture 3" descr="ff481f9ae74b46f5b6ff3fe3ca0b5d3c_introduction_to_operating_systems_proces.jpg"/>
          <p:cNvPicPr>
            <a:picLocks noChangeAspect="1"/>
          </p:cNvPicPr>
          <p:nvPr/>
        </p:nvPicPr>
        <p:blipFill>
          <a:blip r:embed="rId2"/>
          <a:stretch>
            <a:fillRect/>
          </a:stretch>
        </p:blipFill>
        <p:spPr>
          <a:xfrm>
            <a:off x="7315200" y="1828800"/>
            <a:ext cx="4114800" cy="323469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Basics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Acts as intermediary between user and computer hardware components</a:t>
            </a:r>
          </a:p>
          <a:p>
            <a:pPr>
              <a:defRPr sz="2000">
                <a:solidFill>
                  <a:srgbClr val="444444"/>
                </a:solidFill>
              </a:defRPr>
            </a:pPr>
            <a:r>
              <a:t>Provides platform for running applications and services smoothly</a:t>
            </a:r>
          </a:p>
          <a:p>
            <a:pPr>
              <a:defRPr sz="2000">
                <a:solidFill>
                  <a:srgbClr val="444444"/>
                </a:solidFill>
              </a:defRPr>
            </a:pPr>
            <a:r>
              <a:t>Handles memory management and allocation tasks effectively</a:t>
            </a:r>
          </a:p>
          <a:p>
            <a:pPr>
              <a:defRPr sz="2000">
                <a:solidFill>
                  <a:srgbClr val="444444"/>
                </a:solidFill>
              </a:defRPr>
            </a:pPr>
            <a:r>
              <a:t>Enables input output operations and device management functions</a:t>
            </a:r>
          </a:p>
          <a:p>
            <a:pPr>
              <a:defRPr sz="2000">
                <a:solidFill>
                  <a:srgbClr val="444444"/>
                </a:solidFill>
              </a:defRPr>
            </a:pPr>
            <a:r>
              <a:t>Supports networking and communication protocols implementation</a:t>
            </a:r>
          </a:p>
          <a:p>
            <a:pPr>
              <a:defRPr sz="2000">
                <a:solidFill>
                  <a:srgbClr val="444444"/>
                </a:solidFill>
              </a:defRPr>
            </a:pPr>
            <a:r>
              <a:t>Ensures security and access control mechanisms are implemented</a:t>
            </a:r>
          </a:p>
          <a:p>
            <a:pPr>
              <a:defRPr sz="2000">
                <a:solidFill>
                  <a:srgbClr val="444444"/>
                </a:solidFill>
              </a:defRPr>
            </a:pPr>
            <a:r>
              <a:t>Provides utility programs for maintenance and troubleshooting purposes</a:t>
            </a:r>
          </a:p>
          <a:p>
            <a:pPr>
              <a:defRPr sz="2000">
                <a:solidFill>
                  <a:srgbClr val="444444"/>
                </a:solidFill>
              </a:defRPr>
            </a:pPr>
            <a:r>
              <a:t>Allows multitasking and multithreading capabilities always</a:t>
            </a:r>
          </a:p>
        </p:txBody>
      </p:sp>
      <p:pic>
        <p:nvPicPr>
          <p:cNvPr id="4" name="Picture 3" descr="e41908b2b85f4da8a3b56f37b4a91c26.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Part 3: Introduction to Operating Systems Fundamentals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platform for running applications and services smoothly</a:t>
            </a:r>
          </a:p>
          <a:p>
            <a:pPr>
              <a:defRPr sz="2000">
                <a:solidFill>
                  <a:srgbClr val="444444"/>
                </a:solidFill>
              </a:defRPr>
            </a:pPr>
            <a:r>
              <a:t>Acts as intermediary between user and computer hardware components</a:t>
            </a:r>
          </a:p>
          <a:p>
            <a:pPr>
              <a:defRPr sz="2000">
                <a:solidFill>
                  <a:srgbClr val="444444"/>
                </a:solidFill>
              </a:defRPr>
            </a:pPr>
            <a:r>
              <a:t>Handles memory management and allocation tasks automatically</a:t>
            </a:r>
          </a:p>
          <a:p>
            <a:pPr>
              <a:defRPr sz="2000">
                <a:solidFill>
                  <a:srgbClr val="444444"/>
                </a:solidFill>
              </a:defRPr>
            </a:pPr>
            <a:r>
              <a:t>Supports multitasking and multithreading capabilities fully</a:t>
            </a:r>
          </a:p>
          <a:p>
            <a:pPr>
              <a:defRPr sz="2000">
                <a:solidFill>
                  <a:srgbClr val="444444"/>
                </a:solidFill>
              </a:defRPr>
            </a:pPr>
            <a:r>
              <a:t>Ensures security and authentication mechanisms are in place</a:t>
            </a:r>
          </a:p>
          <a:p>
            <a:pPr>
              <a:defRPr sz="2000">
                <a:solidFill>
                  <a:srgbClr val="444444"/>
                </a:solidFill>
              </a:defRPr>
            </a:pPr>
            <a:r>
              <a:t>Manages file systems and storage devices effectively always</a:t>
            </a:r>
          </a:p>
          <a:p>
            <a:pPr>
              <a:defRPr sz="2000">
                <a:solidFill>
                  <a:srgbClr val="444444"/>
                </a:solidFill>
              </a:defRPr>
            </a:pPr>
            <a:r>
              <a:t>Provides input output operations and interrupt handling</a:t>
            </a:r>
          </a:p>
          <a:p>
            <a:pPr>
              <a:defRPr sz="2000">
                <a:solidFill>
                  <a:srgbClr val="444444"/>
                </a:solidFill>
              </a:defRPr>
            </a:pPr>
            <a:r>
              <a:t>Optimizes system performance and responsiveness always</a:t>
            </a:r>
          </a:p>
          <a:p>
            <a:pPr>
              <a:defRPr sz="2000">
                <a:solidFill>
                  <a:srgbClr val="444444"/>
                </a:solidFill>
              </a:defRPr>
            </a:pPr>
            <a:r>
              <a:t>Allows for networking and communication capabilities</a:t>
            </a:r>
          </a:p>
        </p:txBody>
      </p:sp>
      <p:pic>
        <p:nvPicPr>
          <p:cNvPr id="4" name="Picture 3" descr="4bc740517e4d4cc1b4b01911b0755f8e_image_2.jpg"/>
          <p:cNvPicPr>
            <a:picLocks noChangeAspect="1"/>
          </p:cNvPicPr>
          <p:nvPr/>
        </p:nvPicPr>
        <p:blipFill>
          <a:blip r:embed="rId2"/>
          <a:stretch>
            <a:fillRect/>
          </a:stretch>
        </p:blipFill>
        <p:spPr>
          <a:xfrm>
            <a:off x="7315200" y="1828800"/>
            <a:ext cx="4114800" cy="30861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