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Engineering presentation covering multiple topics. Today we'll explore: Introduction to Operating Systems, Process Management, Memory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Welcome to the introduction to operating systems, where we explore the fundamentals of OS and its role in managing computer hardware and software resources. In this section, we will discuss the basics of operating systems, including their functions and characteristics. We will also examine the importance of operating systems in modern computing and their applications in various fields.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introduce the basics of operating systems, including their role, functions, and importance in computer engineering. We will discuss how operating systems manage hardware and software resources, provide a platform for applications, and ensure security and authentication. This foundation will be crucial for understanding more advanced topics in computer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 this section, we will explore the basics of operating systems, including their primary functions and key characteristics. Operating systems play a crucial role in managing computer hardware and software resources. We will discuss how they provide a platform for running applications and services, and ensure security and authentication mechanisms are in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Engineering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Introduction to Operating Systems, Process Management, Memory Management</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Basics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Acts as intermediary between user and computer hardware components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operations perfectly</a:t>
            </a:r>
          </a:p>
          <a:p>
            <a:pPr>
              <a:defRPr sz="2000">
                <a:solidFill>
                  <a:srgbClr val="444444"/>
                </a:solidFill>
              </a:defRPr>
            </a:pPr>
            <a:r>
              <a:t>Manages memory and storage allocation for optimal performance</a:t>
            </a:r>
          </a:p>
          <a:p>
            <a:pPr>
              <a:defRPr sz="2000">
                <a:solidFill>
                  <a:srgbClr val="444444"/>
                </a:solidFill>
              </a:defRPr>
            </a:pPr>
            <a:r>
              <a:t>Handles process scheduling and multitasking with ease always</a:t>
            </a:r>
          </a:p>
          <a:p>
            <a:pPr>
              <a:defRPr sz="2000">
                <a:solidFill>
                  <a:srgbClr val="444444"/>
                </a:solidFill>
              </a:defRPr>
            </a:pPr>
            <a:r>
              <a:t>Provides security and authentication mechanisms for protection</a:t>
            </a:r>
          </a:p>
          <a:p>
            <a:pPr>
              <a:defRPr sz="2000">
                <a:solidFill>
                  <a:srgbClr val="444444"/>
                </a:solidFill>
              </a:defRPr>
            </a:pPr>
            <a:r>
              <a:t>Supports networking and communication protocols for connectivity</a:t>
            </a:r>
          </a:p>
          <a:p>
            <a:pPr>
              <a:defRPr sz="2000">
                <a:solidFill>
                  <a:srgbClr val="444444"/>
                </a:solidFill>
              </a:defRPr>
            </a:pPr>
            <a:r>
              <a:t>Enables installation and management of software applications</a:t>
            </a:r>
          </a:p>
        </p:txBody>
      </p:sp>
      <p:pic>
        <p:nvPicPr>
          <p:cNvPr id="4" name="Picture 3" descr="43a7b9e7377946088524170b458d888d.jpg"/>
          <p:cNvPicPr>
            <a:picLocks noChangeAspect="1"/>
          </p:cNvPicPr>
          <p:nvPr/>
        </p:nvPicPr>
        <p:blipFill>
          <a:blip r:embed="rId2"/>
          <a:stretch>
            <a:fillRect/>
          </a:stretch>
        </p:blipFill>
        <p:spPr>
          <a:xfrm>
            <a:off x="7315200" y="1828800"/>
            <a:ext cx="4114800" cy="288650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a:t>
            </a:r>
          </a:p>
          <a:p>
            <a:pPr>
              <a:defRPr sz="2000">
                <a:solidFill>
                  <a:srgbClr val="444444"/>
                </a:solidFill>
              </a:defRPr>
            </a:pPr>
            <a:r>
              <a:t>Acts as an intermediary between user and computer hardware</a:t>
            </a:r>
          </a:p>
          <a:p>
            <a:pPr>
              <a:defRPr sz="2000">
                <a:solidFill>
                  <a:srgbClr val="444444"/>
                </a:solidFill>
              </a:defRPr>
            </a:pPr>
            <a:r>
              <a:t>Provides a platform for running applications and services</a:t>
            </a:r>
          </a:p>
          <a:p>
            <a:pPr>
              <a:defRPr sz="2000">
                <a:solidFill>
                  <a:srgbClr val="444444"/>
                </a:solidFill>
              </a:defRPr>
            </a:pPr>
            <a:r>
              <a:t>Controls input/output operations and memory management</a:t>
            </a:r>
          </a:p>
          <a:p>
            <a:pPr>
              <a:defRPr sz="2000">
                <a:solidFill>
                  <a:srgbClr val="444444"/>
                </a:solidFill>
              </a:defRPr>
            </a:pPr>
            <a:r>
              <a:t>Handles process scheduling and multitasking capabilities</a:t>
            </a:r>
          </a:p>
          <a:p>
            <a:pPr>
              <a:defRPr sz="2000">
                <a:solidFill>
                  <a:srgbClr val="444444"/>
                </a:solidFill>
              </a:defRPr>
            </a:pPr>
            <a:r>
              <a:t>Ensures security and authentication mechanisms are in place</a:t>
            </a:r>
          </a:p>
          <a:p>
            <a:pPr>
              <a:defRPr sz="2000">
                <a:solidFill>
                  <a:srgbClr val="444444"/>
                </a:solidFill>
              </a:defRPr>
            </a:pPr>
            <a:r>
              <a:t>Manages file systems and storage devices effectively</a:t>
            </a:r>
          </a:p>
          <a:p>
            <a:pPr>
              <a:defRPr sz="2000">
                <a:solidFill>
                  <a:srgbClr val="444444"/>
                </a:solidFill>
              </a:defRPr>
            </a:pPr>
            <a:r>
              <a:t>Supports networking and communication protocols</a:t>
            </a:r>
          </a:p>
          <a:p>
            <a:pPr>
              <a:defRPr sz="2000">
                <a:solidFill>
                  <a:srgbClr val="444444"/>
                </a:solidFill>
              </a:defRPr>
            </a:pPr>
            <a:r>
              <a:t>Provides a user interface for interaction and feedback</a:t>
            </a:r>
          </a:p>
        </p:txBody>
      </p:sp>
      <p:pic>
        <p:nvPicPr>
          <p:cNvPr id="4" name="Picture 3" descr="0ade5a1841974e8fa4d310665d27bedb.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Operating Systems: Fundamentals and Concepts</a:t>
            </a:r>
          </a:p>
        </p:txBody>
      </p:sp>
      <p:sp>
        <p:nvSpPr>
          <p:cNvPr id="3" name="Content Placeholder 2"/>
          <p:cNvSpPr>
            <a:spLocks noGrp="1"/>
          </p:cNvSpPr>
          <p:nvPr>
            <p:ph idx="1"/>
          </p:nvPr>
        </p:nvSpPr>
        <p:spPr/>
        <p:txBody>
          <a:bodyPr/>
          <a:lstStyle/>
          <a:p>
            <a:pPr>
              <a:defRPr sz="2000">
                <a:solidFill>
                  <a:srgbClr val="444444"/>
                </a:solidFill>
              </a:defRPr>
            </a:pPr>
            <a:r>
              <a:t>Manages computer hardware and software resources efficiently always</a:t>
            </a:r>
          </a:p>
          <a:p>
            <a:pPr>
              <a:defRPr sz="2000">
                <a:solidFill>
                  <a:srgbClr val="444444"/>
                </a:solidFill>
              </a:defRPr>
            </a:pPr>
            <a:r>
              <a:t>Provides platform for running applications and services smoothly</a:t>
            </a:r>
          </a:p>
          <a:p>
            <a:pPr>
              <a:defRPr sz="2000">
                <a:solidFill>
                  <a:srgbClr val="444444"/>
                </a:solidFill>
              </a:defRPr>
            </a:pPr>
            <a:r>
              <a:t>Controls input output and storage devices operations effectively</a:t>
            </a:r>
          </a:p>
          <a:p>
            <a:pPr>
              <a:defRPr sz="2000">
                <a:solidFill>
                  <a:srgbClr val="444444"/>
                </a:solidFill>
              </a:defRPr>
            </a:pPr>
            <a:r>
              <a:t>Handles memory management and allocation tasks dynamically</a:t>
            </a:r>
          </a:p>
          <a:p>
            <a:pPr>
              <a:defRPr sz="2000">
                <a:solidFill>
                  <a:srgbClr val="444444"/>
                </a:solidFill>
              </a:defRPr>
            </a:pPr>
            <a:r>
              <a:t>Ensures security and authentication mechanisms are in place</a:t>
            </a:r>
          </a:p>
          <a:p>
            <a:pPr>
              <a:defRPr sz="2000">
                <a:solidFill>
                  <a:srgbClr val="444444"/>
                </a:solidFill>
              </a:defRPr>
            </a:pPr>
            <a:r>
              <a:t>Supports multitasking and multithreading capabilities fully</a:t>
            </a:r>
          </a:p>
          <a:p>
            <a:pPr>
              <a:defRPr sz="2000">
                <a:solidFill>
                  <a:srgbClr val="444444"/>
                </a:solidFill>
              </a:defRPr>
            </a:pPr>
            <a:r>
              <a:t>Manages file systems and directory structures perfectly</a:t>
            </a:r>
          </a:p>
          <a:p>
            <a:pPr>
              <a:defRPr sz="2000">
                <a:solidFill>
                  <a:srgbClr val="444444"/>
                </a:solidFill>
              </a:defRPr>
            </a:pPr>
            <a:r>
              <a:t>Provides user interface and experience for interactions</a:t>
            </a:r>
          </a:p>
          <a:p>
            <a:pPr>
              <a:defRPr sz="2000">
                <a:solidFill>
                  <a:srgbClr val="444444"/>
                </a:solidFill>
              </a:defRPr>
            </a:pPr>
            <a:r>
              <a:t>Optimizes system performance and responsiveness always</a:t>
            </a:r>
          </a:p>
        </p:txBody>
      </p:sp>
      <p:pic>
        <p:nvPicPr>
          <p:cNvPr id="4" name="Picture 3" descr="0ade5a1841974e8fa4d310665d27bedb.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