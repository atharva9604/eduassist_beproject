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86E"/>
    <a:srgbClr val="7BEBD8"/>
    <a:srgbClr val="8335E5"/>
    <a:srgbClr val="6B8DE1"/>
    <a:srgbClr val="6C92E1"/>
    <a:srgbClr val="6313DC"/>
    <a:srgbClr val="1E3ADA"/>
    <a:srgbClr val="030553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Utilize sequential data inputs</a:t>
            </a:r>
          </a:p>
          <a:p>
            <a:pPr/>
            <a:r>
              <a:t>Train on time-series data</a:t>
            </a:r>
          </a:p>
          <a:p>
            <a:pPr/>
            <a:r>
              <a:t>Employ feedback loops O(n)</a:t>
            </a:r>
          </a:p>
          <a:p>
            <a:pPr/>
            <a:r>
              <a:t>Backpropagation through time BPTT</a:t>
            </a:r>
          </a:p>
          <a:p>
            <a:pPr/>
            <a:r>
              <a:t>Optimize via stochastic gradient</a:t>
            </a:r>
          </a:p>
          <a:p>
            <a:pPr/>
            <a:r>
              <a:t>Activation functions sigmoid tanh</a:t>
            </a:r>
          </a:p>
          <a:p>
            <a:pPr/>
            <a:r>
              <a:t>Vanishing gradients affect performance</a:t>
            </a:r>
          </a:p>
          <a:p>
            <a:pPr/>
            <a:r>
              <a:t>Long short-term memory LSTMs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88f6cb93728342fca361abbe10551a53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RNN: Recurrent Neural Network</a:t>
            </a:r>
          </a:p>
          <a:p>
            <a:pPr/>
            <a:r>
              <a:t>h_t = sigmoid(Ux_t + Wh_{t-1})</a:t>
            </a:r>
          </a:p>
          <a:p>
            <a:pPr/>
            <a:r>
              <a:t>Output: y_t = softmax(Vh_t)</a:t>
            </a:r>
          </a:p>
          <a:p>
            <a:pPr/>
            <a:r>
              <a:t>Backprop: dE/dh_t = dE/dy_t * dy_t/dh_t</a:t>
            </a:r>
          </a:p>
          <a:p>
            <a:pPr/>
            <a:r>
              <a:t>BPTT: Truncated Backpropagation</a:t>
            </a:r>
          </a:p>
          <a:p>
            <a:pPr/>
            <a:r>
              <a:t>Activation: tanh, sigmoid, ReLU</a:t>
            </a:r>
          </a:p>
          <a:p>
            <a:pPr/>
            <a:r>
              <a:t>Vanishing gradient: sigmoid, tanh</a:t>
            </a:r>
          </a:p>
          <a:p>
            <a:pPr/>
            <a:r>
              <a:t>LSTM: Long Short-Term 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f76139c8d15f4e0ba96db61f2337b4f5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concept about Mathematical / Logical Explanation in the context of RNNs</a:t>
            </a:r>
          </a:p>
          <a:p>
            <a:pPr/>
            <a:r>
              <a:t>Important aspect of Mathematical / Logical Explanation relevant to Deep Learning</a:t>
            </a:r>
          </a:p>
          <a:p>
            <a:pPr/>
            <a:r>
              <a:t>Fundamental principle related to Mathematical / Logical Explanation</a:t>
            </a:r>
          </a:p>
          <a:p>
            <a:pPr/>
            <a:r>
              <a:t>Practical application of Mathematical / Logical Explanation in RNNs</a:t>
            </a:r>
          </a:p>
          <a:p>
            <a:pPr/>
            <a:r>
              <a:t>Core understanding of Mathematical / Logical Explanation</a:t>
            </a:r>
          </a:p>
          <a:p>
            <a:pPr/>
            <a:r>
              <a:t>Essential knowledge about Mathematical / Logical Explanation</a:t>
            </a:r>
          </a:p>
          <a:p>
            <a:pPr/>
            <a:r>
              <a:t>Significant detail regarding Mathematical / Logical Explanation</a:t>
            </a:r>
          </a:p>
          <a:p>
            <a:pPr/>
            <a:r>
              <a:t>Critical point about Mathematical / Logical Explanation in 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Predicting stock prices using LSTM networks</a:t>
            </a:r>
          </a:p>
          <a:p>
            <a:pPr/>
            <a:r>
              <a:t>Sentiment analysis with gated recurrent units</a:t>
            </a:r>
          </a:p>
          <a:p>
            <a:pPr/>
            <a:r>
              <a:t>Time series forecasting with RNNs and ARIMA</a:t>
            </a:r>
          </a:p>
          <a:p>
            <a:pPr/>
            <a:r>
              <a:t>Natural language processing with seq2seq models</a:t>
            </a:r>
          </a:p>
          <a:p>
            <a:pPr/>
            <a:r>
              <a:t>Speech recognition using CTC loss function</a:t>
            </a:r>
          </a:p>
          <a:p>
            <a:pPr/>
            <a:r>
              <a:t>Machine translation with attention mechanisms</a:t>
            </a:r>
          </a:p>
          <a:p>
            <a:pPr/>
            <a:r>
              <a:t>Anomaly detection in sequences with autoencoders</a:t>
            </a:r>
          </a:p>
          <a:p>
            <a:pPr/>
            <a:r>
              <a:t>Traffic flow prediction using GRU and LSTM</a:t>
            </a:r>
          </a:p>
          <a:p>
            <a:pPr/>
            <a:r>
              <a:t>Text generation with Markov chains and RNNs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8</cp:revision>
  <dcterms:created xsi:type="dcterms:W3CDTF">2026-02-15T06:21:20Z</dcterms:created>
  <dcterms:modified xsi:type="dcterms:W3CDTF">2026-02-15T08:54:27Z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