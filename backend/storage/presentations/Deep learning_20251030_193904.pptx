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Recurrent Neural Networks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Networks - The Concept of Memory</a:t>
            </a:r>
          </a:p>
        </p:txBody>
      </p:sp>
      <p:sp>
        <p:nvSpPr>
          <p:cNvPr id="3" name="Content Placeholder 2"/>
          <p:cNvSpPr>
            <a:spLocks noGrp="1"/>
          </p:cNvSpPr>
          <p:nvPr>
            <p:ph idx="1"/>
          </p:nvPr>
        </p:nvSpPr>
        <p:spPr/>
        <p:txBody>
          <a:bodyPr/>
          <a:lstStyle/>
          <a:p>
            <a:pPr>
              <a:defRPr sz="2000">
                <a:solidFill>
                  <a:srgbClr val="444444"/>
                </a:solidFill>
              </a:defRPr>
            </a:pPr>
            <a:r>
              <a:t>Unlike traditional feedforward networks (like MLPs or CNNs) that assume inputs are independent, RNNs are designed with 'loops' that allow information to persist. This internal memory, called the 'hidden state', lets the network use context from prior inputs to influence current decisions.</a:t>
            </a:r>
          </a:p>
          <a:p>
            <a:pPr>
              <a:defRPr sz="2000">
                <a:solidFill>
                  <a:srgbClr val="444444"/>
                </a:solidFill>
              </a:defRPr>
            </a:pPr>
            <a:r>
              <a:t>This ability to handle sequential information is crucial for tasks where order matters. Standard networks fail here because they have no mechanism to remember the previous inputs in a sequence (e.g., to understand a sentence, you must process words in order).</a:t>
            </a:r>
          </a:p>
          <a:p>
            <a:pPr>
              <a:defRPr sz="2000">
                <a:solidFill>
                  <a:srgbClr val="444444"/>
                </a:solidFill>
              </a:defRPr>
            </a:pPr>
            <a:r>
              <a:t>An RNN processes a sequence one element at a time. At each step, it combines the current input with the hidden state from the previous step to generate an output and update its own hidden state for the next step.</a:t>
            </a:r>
          </a:p>
          <a:p>
            <a:pPr>
              <a:defRPr sz="2000">
                <a:solidFill>
                  <a:srgbClr val="444444"/>
                </a:solidFill>
              </a:defRPr>
            </a:pPr>
            <a:r>
              <a:t>The 'recurrent' nature comes from applying the same function and set of weights at every time step. This weight sharing makes the model efficient and allows it to generalize to sequences of variable lengths.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Networks - The Core Mechanism</a:t>
            </a:r>
          </a:p>
        </p:txBody>
      </p:sp>
      <p:sp>
        <p:nvSpPr>
          <p:cNvPr id="3" name="Content Placeholder 2"/>
          <p:cNvSpPr>
            <a:spLocks noGrp="1"/>
          </p:cNvSpPr>
          <p:nvPr>
            <p:ph idx="1"/>
          </p:nvPr>
        </p:nvSpPr>
        <p:spPr/>
        <p:txBody>
          <a:bodyPr/>
          <a:lstStyle/>
          <a:p>
            <a:pPr>
              <a:defRPr sz="2000">
                <a:solidFill>
                  <a:srgbClr val="444444"/>
                </a:solidFill>
              </a:defRPr>
            </a:pPr>
            <a:r>
              <a:t>The Feedback Loop &amp; Hidden State: At the heart of an RNN is a loop that allows information to persist. This is achieved via a 'hidden state' (h_t), a vector that acts as the network's memory, summarizing the processed information from all previous time steps.</a:t>
            </a:r>
          </a:p>
          <a:p>
            <a:pPr>
              <a:defRPr sz="2000">
                <a:solidFill>
                  <a:srgbClr val="444444"/>
                </a:solidFill>
              </a:defRPr>
            </a:pPr>
            <a:r>
              <a:t>State Update at Each Step: For every element in a sequence, the RNN performs the same operation. It combines the current input (x_t) and the previous hidden state (h_t-1) using a shared function to compute the new hidden state (h_t) and an optional output for that step.</a:t>
            </a:r>
          </a:p>
          <a:p>
            <a:pPr>
              <a:defRPr sz="2000">
                <a:solidFill>
                  <a:srgbClr val="444444"/>
                </a:solidFill>
              </a:defRPr>
            </a:pPr>
            <a:r>
              <a:t>Parameter Sharing for Generalization: Instead of having different weights for each time step, RNNs reuse the same weight matrices at every step. This drastically reduces the total number of parameters and allows the model to generalize patterns across sequences of variable lengths.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