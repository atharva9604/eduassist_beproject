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Introduction to the presentation on Operating System Fundamentals.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Present Introduction to Operating Systems in the context of Operating System Fundamentals.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Present Process Management Concepts in the context of Operating System Fundamentals.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Present Memory Management Techniques in the context of Operating System Fundamentals.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1F497D"/>
                </a:solidFill>
              </a:rPr>
              <a:t>Operating System Fundamentals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4472C4"/>
                </a:solidFill>
              </a:rPr>
              <a:t>Computer Engineering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5943600"/>
            <a:ext cx="10360152" cy="2743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Introduction to Operating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Operating Systems manage computer hardware and software resources efficiently and effectively always.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OS acts as an intermediary between computer hardware and user-level applications perfectly.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Primary goal of OS is to provide a platform for running applications smoothly always.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Operating Systems provide a layer of abstraction between hardware and user interfaces.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OS manages memory, processes, and file systems to ensure optimal performance always.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Security, multitasking, and networking are key features of modern Operating Systems today.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Operating Systems support various input and output devices for user interaction always.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OS provides a command-line interface or graphical user interface for user interaction.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Effective Operating Systems ensure hardware utilization and throughput are maximized always.</a:t>
            </a:r>
          </a:p>
        </p:txBody>
      </p:sp>
      <p:pic>
        <p:nvPicPr>
          <p:cNvPr id="4" name="Picture 3" descr="fc0b2cd9a0154241927f4677515036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114800" cy="518464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Process Management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Memory Management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Paging divides memory into fixed-size blocks for efficient allocation and deallocation of memory space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Segmentation allocates memory based on program logic, enhancing memory protection and sharing capabilities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Virtual memory combines physical and secondary storage, increasing available memory for programs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Memory mapping enables programs to access files on disk as if they were in memory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Swapping involves exchanging programs or data between main memory and secondary storage devices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Dynamic memory allocation assigns memory to programs at runtime, reducing memory waste and fragmentation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Memory protection mechanisms prevent programs from accessing or modifying unauthorized memory regions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Cache memory acts as a high-speed buffer, reducing access time to frequently used data and instructions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Memory fragmentation occurs when free memory is broken into small, non-contiguous blocks, reducing efficiency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