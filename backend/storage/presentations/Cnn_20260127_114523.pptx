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/>
            </a:pPr>
            <a:r>
              <a:t>Introduction to the presentation on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Introduction to Cnn in the context of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Architecture in the context of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pPr>
              <a:defRPr sz="1200">
                <a:solidFill>
                  <a:srgbClr val="000000"/>
                </a:solidFill>
              </a:defRPr>
            </a:pPr>
            <a:r>
              <a:t>Explain Application in the context of Cnn.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400" b="1">
                <a:solidFill>
                  <a:srgbClr val="1F497D"/>
                </a:solidFill>
              </a:rPr>
              <a:t>Cnn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>
                <a:solidFill>
                  <a:srgbClr val="4472C4"/>
                </a:solidFill>
              </a:rPr>
              <a:t>Deep Learning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5943600"/>
            <a:ext cx="10360152" cy="27432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Introduction to Cnn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Introduction to Cnn in the context of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Introduction to Cnn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Introduction to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Introduction to Cnn in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Introduction to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Introduction to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Introduction to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Introduction to Cnn in Deep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Architecture in the context of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Architecture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Architecture in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Architecture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Architecture in Deep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1F497D"/>
                </a:solidFill>
              </a:defRPr>
            </a:pPr>
            <a:r>
              <a:t>Application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444444"/>
                </a:solidFill>
              </a:defRPr>
            </a:pPr>
            <a:r>
              <a:t>Key concept about Application in the context of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Important aspect of Application relevant to Deep Learning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Fundamental principle related to Application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Practical application of Application in Cnn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Core understanding of Application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Essential knowledge about Application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Significant detail regarding Application</a:t>
            </a:r>
          </a:p>
          <a:p>
            <a:pPr>
              <a:defRPr sz="2000">
                <a:solidFill>
                  <a:srgbClr val="444444"/>
                </a:solidFill>
              </a:defRPr>
            </a:pPr>
            <a:r>
              <a:t>Critical point about Application in Deep Learning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