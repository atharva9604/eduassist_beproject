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pPr>
            <a:r>
              <a:t>Welcome to the Computer Engineering presentation covering multiple topics. Today we'll explore: Operating System Basics, Introduction to Operating Systems, Process Management, Memory Management.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In this section, we will introduce the basics of operating systems, including their primary functions and key characteristics. We will explore how operating systems manage computer hardware and software resources, and provide a platform for running applications. This foundation is crucial for understanding the more advanced topics in computer engineering.</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In this section, we will cover the basic concepts of operating systems, including their primary functions and key characteristics. The operating system acts as an intermediary between computer hardware and user-level applications. We will explore how it manages resources, provides security, and supports various system services.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In this section, we will delve into the basics of operating systems, exploring their key functions and characteristics. We will discuss how operating systems manage hardware and software resources, provide a platform for applications, and ensure system security. This understanding is crucial for computer engineering students to design and develop efficient operating systems.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jp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1828800"/>
            <a:ext cx="10360152" cy="1828800"/>
          </a:xfrm>
          <a:prstGeom prst="rect">
            <a:avLst/>
          </a:prstGeom>
          <a:noFill/>
        </p:spPr>
        <p:txBody>
          <a:bodyPr wrap="none">
            <a:spAutoFit/>
          </a:bodyPr>
          <a:lstStyle/>
          <a:p>
            <a:pPr algn="ctr"/>
            <a:r>
              <a:rPr sz="4400" b="1">
                <a:solidFill>
                  <a:srgbClr val="1F497D"/>
                </a:solidFill>
              </a:rPr>
              <a:t>Computer Engineering</a:t>
            </a:r>
          </a:p>
        </p:txBody>
      </p:sp>
      <p:sp>
        <p:nvSpPr>
          <p:cNvPr id="3" name="TextBox 2"/>
          <p:cNvSpPr txBox="1"/>
          <p:nvPr/>
        </p:nvSpPr>
        <p:spPr>
          <a:xfrm>
            <a:off x="914400" y="4114800"/>
            <a:ext cx="10360152" cy="914400"/>
          </a:xfrm>
          <a:prstGeom prst="rect">
            <a:avLst/>
          </a:prstGeom>
          <a:noFill/>
        </p:spPr>
        <p:txBody>
          <a:bodyPr wrap="none">
            <a:spAutoFit/>
          </a:bodyPr>
          <a:lstStyle/>
          <a:p>
            <a:pPr algn="ctr"/>
            <a:r>
              <a:rPr sz="2400">
                <a:solidFill>
                  <a:srgbClr val="4472C4"/>
                </a:solidFill>
              </a:rPr>
              <a:t>Generated for: Operating System Basics, Introduction to Operating Systems, Process Management, Memory Management</a:t>
            </a:r>
          </a:p>
        </p:txBody>
      </p:sp>
      <p:sp>
        <p:nvSpPr>
          <p:cNvPr id="4" name="Rectangle 3"/>
          <p:cNvSpPr/>
          <p:nvPr/>
        </p:nvSpPr>
        <p:spPr>
          <a:xfrm>
            <a:off x="914400" y="5943600"/>
            <a:ext cx="10360152" cy="274320"/>
          </a:xfrm>
          <a:prstGeom prst="rect">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Introduction to Operating System Fundamentals</a:t>
            </a:r>
          </a:p>
        </p:txBody>
      </p:sp>
      <p:sp>
        <p:nvSpPr>
          <p:cNvPr id="3" name="Content Placeholder 2"/>
          <p:cNvSpPr>
            <a:spLocks noGrp="1"/>
          </p:cNvSpPr>
          <p:nvPr>
            <p:ph idx="1"/>
          </p:nvPr>
        </p:nvSpPr>
        <p:spPr/>
        <p:txBody>
          <a:bodyPr/>
          <a:lstStyle/>
          <a:p>
            <a:pPr>
              <a:defRPr sz="2000">
                <a:solidFill>
                  <a:srgbClr val="444444"/>
                </a:solidFill>
              </a:defRPr>
            </a:pPr>
            <a:r>
              <a:t>Manages computer hardware and software resources efficiently always</a:t>
            </a:r>
          </a:p>
          <a:p>
            <a:pPr>
              <a:defRPr sz="2000">
                <a:solidFill>
                  <a:srgbClr val="444444"/>
                </a:solidFill>
              </a:defRPr>
            </a:pPr>
            <a:r>
              <a:t>Provides platform for running applications and services smoothly</a:t>
            </a:r>
          </a:p>
          <a:p>
            <a:pPr>
              <a:defRPr sz="2000">
                <a:solidFill>
                  <a:srgbClr val="444444"/>
                </a:solidFill>
              </a:defRPr>
            </a:pPr>
            <a:r>
              <a:t>Controls input output and storage devices effectively always</a:t>
            </a:r>
          </a:p>
          <a:p>
            <a:pPr>
              <a:defRPr sz="2000">
                <a:solidFill>
                  <a:srgbClr val="444444"/>
                </a:solidFill>
              </a:defRPr>
            </a:pPr>
            <a:r>
              <a:t>Handles memory management and allocation tasks dynamically</a:t>
            </a:r>
          </a:p>
          <a:p>
            <a:pPr>
              <a:defRPr sz="2000">
                <a:solidFill>
                  <a:srgbClr val="444444"/>
                </a:solidFill>
              </a:defRPr>
            </a:pPr>
            <a:r>
              <a:t>Ensures security and authentication mechanisms are in place</a:t>
            </a:r>
          </a:p>
          <a:p>
            <a:pPr>
              <a:defRPr sz="2000">
                <a:solidFill>
                  <a:srgbClr val="444444"/>
                </a:solidFill>
              </a:defRPr>
            </a:pPr>
            <a:r>
              <a:t>Supports multitasking and multithreading capabilities fully</a:t>
            </a:r>
          </a:p>
          <a:p>
            <a:pPr>
              <a:defRPr sz="2000">
                <a:solidFill>
                  <a:srgbClr val="444444"/>
                </a:solidFill>
              </a:defRPr>
            </a:pPr>
            <a:r>
              <a:t>Manages file systems and directories for data storage</a:t>
            </a:r>
          </a:p>
          <a:p>
            <a:pPr>
              <a:defRPr sz="2000">
                <a:solidFill>
                  <a:srgbClr val="444444"/>
                </a:solidFill>
              </a:defRPr>
            </a:pPr>
            <a:r>
              <a:t>Provides user interface for interaction and customization</a:t>
            </a:r>
          </a:p>
          <a:p>
            <a:pPr>
              <a:defRPr sz="2000">
                <a:solidFill>
                  <a:srgbClr val="444444"/>
                </a:solidFill>
              </a:defRPr>
            </a:pPr>
            <a:r>
              <a:t>Optimizes system performance and responsiveness always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Part 2: Introduction to Operating System Fundamentals</a:t>
            </a:r>
          </a:p>
        </p:txBody>
      </p:sp>
      <p:sp>
        <p:nvSpPr>
          <p:cNvPr id="3" name="Content Placeholder 2"/>
          <p:cNvSpPr>
            <a:spLocks noGrp="1"/>
          </p:cNvSpPr>
          <p:nvPr>
            <p:ph idx="1"/>
          </p:nvPr>
        </p:nvSpPr>
        <p:spPr/>
        <p:txBody>
          <a:bodyPr/>
          <a:lstStyle/>
          <a:p>
            <a:pPr>
              <a:defRPr sz="2000">
                <a:solidFill>
                  <a:srgbClr val="444444"/>
                </a:solidFill>
              </a:defRPr>
            </a:pPr>
            <a:r>
              <a:t>Manages computer hardware and software resources efficiently always</a:t>
            </a:r>
          </a:p>
          <a:p>
            <a:pPr>
              <a:defRPr sz="2000">
                <a:solidFill>
                  <a:srgbClr val="444444"/>
                </a:solidFill>
              </a:defRPr>
            </a:pPr>
            <a:r>
              <a:t>Provides a platform for running applications and services smoothly</a:t>
            </a:r>
          </a:p>
          <a:p>
            <a:pPr>
              <a:defRPr sz="2000">
                <a:solidFill>
                  <a:srgbClr val="444444"/>
                </a:solidFill>
              </a:defRPr>
            </a:pPr>
            <a:r>
              <a:t>Controls input output and storage devices effectively always</a:t>
            </a:r>
          </a:p>
          <a:p>
            <a:pPr>
              <a:defRPr sz="2000">
                <a:solidFill>
                  <a:srgbClr val="444444"/>
                </a:solidFill>
              </a:defRPr>
            </a:pPr>
            <a:r>
              <a:t>Supports multitasking and multithreading capabilities inherently</a:t>
            </a:r>
          </a:p>
          <a:p>
            <a:pPr>
              <a:defRPr sz="2000">
                <a:solidFill>
                  <a:srgbClr val="444444"/>
                </a:solidFill>
              </a:defRPr>
            </a:pPr>
            <a:r>
              <a:t>Ensures security and authentication mechanisms are in place</a:t>
            </a:r>
          </a:p>
          <a:p>
            <a:pPr>
              <a:defRPr sz="2000">
                <a:solidFill>
                  <a:srgbClr val="444444"/>
                </a:solidFill>
              </a:defRPr>
            </a:pPr>
            <a:r>
              <a:t>Handles memory and storage management tasks automatically</a:t>
            </a:r>
          </a:p>
          <a:p>
            <a:pPr>
              <a:defRPr sz="2000">
                <a:solidFill>
                  <a:srgbClr val="444444"/>
                </a:solidFill>
              </a:defRPr>
            </a:pPr>
            <a:r>
              <a:t>Provides a user interface for interacting with the system</a:t>
            </a:r>
          </a:p>
          <a:p>
            <a:pPr>
              <a:defRPr sz="2000">
                <a:solidFill>
                  <a:srgbClr val="444444"/>
                </a:solidFill>
              </a:defRPr>
            </a:pPr>
            <a:r>
              <a:t>Supports networking and connectivity options seamlessly</a:t>
            </a:r>
          </a:p>
          <a:p>
            <a:pPr>
              <a:defRPr sz="2000">
                <a:solidFill>
                  <a:srgbClr val="444444"/>
                </a:solidFill>
              </a:defRPr>
            </a:pPr>
            <a:r>
              <a:t>Manages files and directories using a file system hierarchy</a:t>
            </a:r>
          </a:p>
        </p:txBody>
      </p:sp>
      <p:pic>
        <p:nvPicPr>
          <p:cNvPr id="4" name="Picture 3" descr="083f9d1337634fc1bbea0b0c78ebe643.jpg"/>
          <p:cNvPicPr>
            <a:picLocks noChangeAspect="1"/>
          </p:cNvPicPr>
          <p:nvPr/>
        </p:nvPicPr>
        <p:blipFill>
          <a:blip r:embed="rId2"/>
          <a:stretch>
            <a:fillRect/>
          </a:stretch>
        </p:blipFill>
        <p:spPr>
          <a:xfrm>
            <a:off x="7315200" y="1828800"/>
            <a:ext cx="4114800" cy="1382233"/>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Part 3: Understanding Operating System Fundamentals</a:t>
            </a:r>
          </a:p>
        </p:txBody>
      </p:sp>
      <p:sp>
        <p:nvSpPr>
          <p:cNvPr id="3" name="Content Placeholder 2"/>
          <p:cNvSpPr>
            <a:spLocks noGrp="1"/>
          </p:cNvSpPr>
          <p:nvPr>
            <p:ph idx="1"/>
          </p:nvPr>
        </p:nvSpPr>
        <p:spPr/>
        <p:txBody>
          <a:bodyPr/>
          <a:lstStyle/>
          <a:p>
            <a:pPr>
              <a:defRPr sz="2000">
                <a:solidFill>
                  <a:srgbClr val="444444"/>
                </a:solidFill>
              </a:defRPr>
            </a:pPr>
            <a:r>
              <a:t>Manages computer hardware and software resources efficiently always</a:t>
            </a:r>
          </a:p>
          <a:p>
            <a:pPr>
              <a:defRPr sz="2000">
                <a:solidFill>
                  <a:srgbClr val="444444"/>
                </a:solidFill>
              </a:defRPr>
            </a:pPr>
            <a:r>
              <a:t>Provides a platform for running applications and services smoothly</a:t>
            </a:r>
          </a:p>
          <a:p>
            <a:pPr>
              <a:defRPr sz="2000">
                <a:solidFill>
                  <a:srgbClr val="444444"/>
                </a:solidFill>
              </a:defRPr>
            </a:pPr>
            <a:r>
              <a:t>Controls input output and storage devices effectively always</a:t>
            </a:r>
          </a:p>
          <a:p>
            <a:pPr>
              <a:defRPr sz="2000">
                <a:solidFill>
                  <a:srgbClr val="444444"/>
                </a:solidFill>
              </a:defRPr>
            </a:pPr>
            <a:r>
              <a:t>Manages memory and CPU allocation for optimal performance</a:t>
            </a:r>
          </a:p>
          <a:p>
            <a:pPr>
              <a:defRPr sz="2000">
                <a:solidFill>
                  <a:srgbClr val="444444"/>
                </a:solidFill>
              </a:defRPr>
            </a:pPr>
            <a:r>
              <a:t>Handles file system and data storage for security</a:t>
            </a:r>
          </a:p>
          <a:p>
            <a:pPr>
              <a:defRPr sz="2000">
                <a:solidFill>
                  <a:srgbClr val="444444"/>
                </a:solidFill>
              </a:defRPr>
            </a:pPr>
            <a:r>
              <a:t>Supports multitasking and multithreading for productivity</a:t>
            </a:r>
          </a:p>
          <a:p>
            <a:pPr>
              <a:defRPr sz="2000">
                <a:solidFill>
                  <a:srgbClr val="444444"/>
                </a:solidFill>
              </a:defRPr>
            </a:pPr>
            <a:r>
              <a:t>Ensures system security and access control measures</a:t>
            </a:r>
          </a:p>
          <a:p>
            <a:pPr>
              <a:defRPr sz="2000">
                <a:solidFill>
                  <a:srgbClr val="444444"/>
                </a:solidFill>
              </a:defRPr>
            </a:pPr>
            <a:r>
              <a:t>Provides a user interface for interaction and navigation</a:t>
            </a:r>
          </a:p>
          <a:p>
            <a:pPr>
              <a:defRPr sz="2000">
                <a:solidFill>
                  <a:srgbClr val="444444"/>
                </a:solidFill>
              </a:defRPr>
            </a:pPr>
            <a:r>
              <a:t>Optimizes system performance and resource utilization always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