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Core Concept / Architecture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Mathematical / Logical Explanation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Applications / Use Cases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Summary &amp; Key Takeaways in the context of RNN.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RNN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Introduction in the context of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Introduction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Introduction in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Introduction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Introduction in Deep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Core Concept /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Core Concept / Architecture in the context of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Core Concept / Architecture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Core Concept / Architecture in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Core Concept /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Core Concept / Architecture in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Mathematical / Logical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Mathematical / Logical Explanation in the context of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Mathematical / Logical Explanation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Mathematical / Logical Explanation in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Mathematical / Logical Explanation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Mathematical / Logical Explanation in Deep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Applications /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Applications / Use Cases in the context of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Applications / Use Cases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Applications / Use Cases in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Applications / Use Cases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Applications / Use Cases in Deep Learning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Summary &amp; 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Summary &amp; Key Takeaways in the context of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Summary &amp; Key Takeaways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Summary &amp; Key Takeaways in RNN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Summary &amp; Key Takeaways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Summary &amp; Key Takeaways in 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