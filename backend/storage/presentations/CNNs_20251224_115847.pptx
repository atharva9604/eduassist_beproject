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Introduce the topic: CNNs. Explain its importance and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1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2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3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Summarize the key points. Emphasize important takeaways and encourage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  <p:pic>
        <p:nvPicPr>
          <p:cNvPr id="4" name="Picture 3" descr="b505234fecbe4ff99a259aaafa81c29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0472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  <p:pic>
        <p:nvPicPr>
          <p:cNvPr id="4" name="Picture 3" descr="977f220780be41fe97df447758ac23c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981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3</a:t>
            </a:r>
          </a:p>
        </p:txBody>
      </p:sp>
      <p:pic>
        <p:nvPicPr>
          <p:cNvPr id="4" name="Picture 3" descr="5ca06c77f82c420fab0d9d28b69b0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494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