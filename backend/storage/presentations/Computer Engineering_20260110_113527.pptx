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Engineering presentation covering multiple topics. Today we'll explore: Introduction to Data Structures, Linear Data Structures, Non-Linear Data Structures.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the introduction of data structures, a fundamental concept in computer engineering. In this section, we will explore the basics of data structures and their applications. We will discuss various types of data structures, including arrays, linked lists, stacks, queues, trees, graphs, and hash tables, and how they are used in algorithms to manipulate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part, we will explore the basics of data structures, including arrays, linked lists, stacks, and queues. We will also discuss trees, graphs, hash tables, and heaps, and how they are used to solve real-world problems. Understanding data structures is essential for any computer engineer, as it helps in writing efficient algorithms and solving complex problems.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introduce the fundamental concepts of data structures, including arrays, linked lists, stacks, queues, trees, graphs, hash tables, and heaps. These data structures are essential for efficient memory management and algorithm design. We will explore the characteristics, advantages, and applications of each data structure, and discuss how they are used to solve real-world problems.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Engineering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Data Structures, Linear Data Structures, Non-Linear Data Structures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Data Structures: Fundamentals and Concepts</a:t>
            </a:r>
          </a:p>
        </p:txBody>
      </p:sp>
      <p:sp>
        <p:nvSpPr>
          <p:cNvPr id="3" name="Content Placeholder 2"/>
          <p:cNvSpPr>
            <a:spLocks noGrp="1"/>
          </p:cNvSpPr>
          <p:nvPr>
            <p:ph idx="1"/>
          </p:nvPr>
        </p:nvSpPr>
        <p:spPr/>
        <p:txBody>
          <a:bodyPr/>
          <a:lstStyle/>
          <a:p>
            <a:pPr>
              <a:defRPr sz="2000">
                <a:solidFill>
                  <a:srgbClr val="444444"/>
                </a:solidFill>
              </a:defRPr>
            </a:pPr>
            <a:r>
              <a:t>Data structures define ways to organize and store data efficiently</a:t>
            </a:r>
          </a:p>
          <a:p>
            <a:pPr>
              <a:defRPr sz="2000">
                <a:solidFill>
                  <a:srgbClr val="444444"/>
                </a:solidFill>
              </a:defRPr>
            </a:pPr>
            <a:r>
              <a:t>Arrays are basic data structures for storing homogeneous elements</a:t>
            </a:r>
          </a:p>
          <a:p>
            <a:pPr>
              <a:defRPr sz="2000">
                <a:solidFill>
                  <a:srgbClr val="444444"/>
                </a:solidFill>
              </a:defRPr>
            </a:pPr>
            <a:r>
              <a:t>Linked lists provide dynamic memory allocation and flexibility</a:t>
            </a:r>
          </a:p>
          <a:p>
            <a:pPr>
              <a:defRPr sz="2000">
                <a:solidFill>
                  <a:srgbClr val="444444"/>
                </a:solidFill>
              </a:defRPr>
            </a:pPr>
            <a:r>
              <a:t>Stacks follow the Last-In-First-Out principle for element access</a:t>
            </a:r>
          </a:p>
          <a:p>
            <a:pPr>
              <a:defRPr sz="2000">
                <a:solidFill>
                  <a:srgbClr val="444444"/>
                </a:solidFill>
              </a:defRPr>
            </a:pPr>
            <a:r>
              <a:t>Queues follow the First-In-First-Out principle for element access</a:t>
            </a:r>
          </a:p>
          <a:p>
            <a:pPr>
              <a:defRPr sz="2000">
                <a:solidFill>
                  <a:srgbClr val="444444"/>
                </a:solidFill>
              </a:defRPr>
            </a:pPr>
            <a:r>
              <a:t>Trees are hierarchical data structures for organized data storage</a:t>
            </a:r>
          </a:p>
          <a:p>
            <a:pPr>
              <a:defRPr sz="2000">
                <a:solidFill>
                  <a:srgbClr val="444444"/>
                </a:solidFill>
              </a:defRPr>
            </a:pPr>
            <a:r>
              <a:t>Graphs represent complex relationships between data elements</a:t>
            </a:r>
          </a:p>
          <a:p>
            <a:pPr>
              <a:defRPr sz="2000">
                <a:solidFill>
                  <a:srgbClr val="444444"/>
                </a:solidFill>
              </a:defRPr>
            </a:pPr>
            <a:r>
              <a:t>Hash tables enable fast lookup and retrieval of data elements</a:t>
            </a:r>
          </a:p>
          <a:p>
            <a:pPr>
              <a:defRPr sz="2000">
                <a:solidFill>
                  <a:srgbClr val="444444"/>
                </a:solidFill>
              </a:defRPr>
            </a:pPr>
            <a:r>
              <a:t>Algorithms interact with data structures for data manipulation</a:t>
            </a:r>
          </a:p>
        </p:txBody>
      </p:sp>
      <p:pic>
        <p:nvPicPr>
          <p:cNvPr id="4" name="Picture 3" descr="a75f83abf4db44b0bc950821973ac884_introduction_to_data_structures_linear_d.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Part 2: Fundamentals of Data Structures</a:t>
            </a:r>
          </a:p>
        </p:txBody>
      </p:sp>
      <p:sp>
        <p:nvSpPr>
          <p:cNvPr id="3" name="Content Placeholder 2"/>
          <p:cNvSpPr>
            <a:spLocks noGrp="1"/>
          </p:cNvSpPr>
          <p:nvPr>
            <p:ph idx="1"/>
          </p:nvPr>
        </p:nvSpPr>
        <p:spPr/>
        <p:txBody>
          <a:bodyPr/>
          <a:lstStyle/>
          <a:p>
            <a:pPr>
              <a:defRPr sz="2000">
                <a:solidFill>
                  <a:srgbClr val="444444"/>
                </a:solidFill>
              </a:defRPr>
            </a:pPr>
            <a:r>
              <a:t>Arrays store homogeneous data in contiguous memory locations</a:t>
            </a:r>
          </a:p>
          <a:p>
            <a:pPr>
              <a:defRPr sz="2000">
                <a:solidFill>
                  <a:srgbClr val="444444"/>
                </a:solidFill>
              </a:defRPr>
            </a:pPr>
            <a:r>
              <a:t>Linked lists consist of nodes with data and reference to next node</a:t>
            </a:r>
          </a:p>
          <a:p>
            <a:pPr>
              <a:defRPr sz="2000">
                <a:solidFill>
                  <a:srgbClr val="444444"/>
                </a:solidFill>
              </a:defRPr>
            </a:pPr>
            <a:r>
              <a:t>Stacks follow Last-In-First-Out principle for data access</a:t>
            </a:r>
          </a:p>
          <a:p>
            <a:pPr>
              <a:defRPr sz="2000">
                <a:solidFill>
                  <a:srgbClr val="444444"/>
                </a:solidFill>
              </a:defRPr>
            </a:pPr>
            <a:r>
              <a:t>Queues follow First-In-First-Out principle for data access</a:t>
            </a:r>
          </a:p>
          <a:p>
            <a:pPr>
              <a:defRPr sz="2000">
                <a:solidFill>
                  <a:srgbClr val="444444"/>
                </a:solidFill>
              </a:defRPr>
            </a:pPr>
            <a:r>
              <a:t>Trees are hierarchical data structures with nodes and edges</a:t>
            </a:r>
          </a:p>
          <a:p>
            <a:pPr>
              <a:defRPr sz="2000">
                <a:solidFill>
                  <a:srgbClr val="444444"/>
                </a:solidFill>
              </a:defRPr>
            </a:pPr>
            <a:r>
              <a:t>Graphs consist of nodes and edges with no hierarchical structure</a:t>
            </a:r>
          </a:p>
          <a:p>
            <a:pPr>
              <a:defRPr sz="2000">
                <a:solidFill>
                  <a:srgbClr val="444444"/>
                </a:solidFill>
              </a:defRPr>
            </a:pPr>
            <a:r>
              <a:t>Hash tables store data in arrays using hash functions for indexing</a:t>
            </a:r>
          </a:p>
          <a:p>
            <a:pPr>
              <a:defRPr sz="2000">
                <a:solidFill>
                  <a:srgbClr val="444444"/>
                </a:solidFill>
              </a:defRPr>
            </a:pPr>
            <a:r>
              <a:t>Heaps are specialized trees satisfying heap property</a:t>
            </a:r>
          </a:p>
          <a:p>
            <a:pPr>
              <a:defRPr sz="2000">
                <a:solidFill>
                  <a:srgbClr val="444444"/>
                </a:solidFill>
              </a:defRPr>
            </a:pPr>
            <a:r>
              <a:t>Data structures determine algorithm efficiency and complexity</a:t>
            </a:r>
          </a:p>
          <a:p>
            <a:pPr>
              <a:defRPr sz="2000">
                <a:solidFill>
                  <a:srgbClr val="444444"/>
                </a:solidFill>
              </a:defRPr>
            </a:pPr>
            <a:r>
              <a:t>Choosing right data structure is crucial for problem solving</a:t>
            </a:r>
          </a:p>
        </p:txBody>
      </p:sp>
      <p:pic>
        <p:nvPicPr>
          <p:cNvPr id="4" name="Picture 3" descr="906144d0686747bfa2b2d659528a1fce_introduction_to_data_structures_linear_d.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Part 3: Introduction to Data Structures</a:t>
            </a:r>
          </a:p>
        </p:txBody>
      </p:sp>
      <p:sp>
        <p:nvSpPr>
          <p:cNvPr id="3" name="Content Placeholder 2"/>
          <p:cNvSpPr>
            <a:spLocks noGrp="1"/>
          </p:cNvSpPr>
          <p:nvPr>
            <p:ph idx="1"/>
          </p:nvPr>
        </p:nvSpPr>
        <p:spPr/>
        <p:txBody>
          <a:bodyPr/>
          <a:lstStyle/>
          <a:p>
            <a:pPr>
              <a:defRPr sz="2000">
                <a:solidFill>
                  <a:srgbClr val="444444"/>
                </a:solidFill>
              </a:defRPr>
            </a:pPr>
            <a:r>
              <a:t>Arrays store collections of elements of same data type</a:t>
            </a:r>
          </a:p>
          <a:p>
            <a:pPr>
              <a:defRPr sz="2000">
                <a:solidFill>
                  <a:srgbClr val="444444"/>
                </a:solidFill>
              </a:defRPr>
            </a:pPr>
            <a:r>
              <a:t>Linked Lists dynamically allocate memory for elements</a:t>
            </a:r>
          </a:p>
          <a:p>
            <a:pPr>
              <a:defRPr sz="2000">
                <a:solidFill>
                  <a:srgbClr val="444444"/>
                </a:solidFill>
              </a:defRPr>
            </a:pPr>
            <a:r>
              <a:t>Stacks follow Last-In-First-Out ordering principle</a:t>
            </a:r>
          </a:p>
          <a:p>
            <a:pPr>
              <a:defRPr sz="2000">
                <a:solidFill>
                  <a:srgbClr val="444444"/>
                </a:solidFill>
              </a:defRPr>
            </a:pPr>
            <a:r>
              <a:t>Queues follow First-In-First-Out ordering principle</a:t>
            </a:r>
          </a:p>
          <a:p>
            <a:pPr>
              <a:defRPr sz="2000">
                <a:solidFill>
                  <a:srgbClr val="444444"/>
                </a:solidFill>
              </a:defRPr>
            </a:pPr>
            <a:r>
              <a:t>Trees represent hierarchical relationships between elements</a:t>
            </a:r>
          </a:p>
          <a:p>
            <a:pPr>
              <a:defRPr sz="2000">
                <a:solidFill>
                  <a:srgbClr val="444444"/>
                </a:solidFill>
              </a:defRPr>
            </a:pPr>
            <a:r>
              <a:t>Graphs represent complex relationships between elements</a:t>
            </a:r>
          </a:p>
          <a:p>
            <a:pPr>
              <a:defRPr sz="2000">
                <a:solidFill>
                  <a:srgbClr val="444444"/>
                </a:solidFill>
              </a:defRPr>
            </a:pPr>
            <a:r>
              <a:t>Hash Tables store key-value pairs for efficient lookup</a:t>
            </a:r>
          </a:p>
          <a:p>
            <a:pPr>
              <a:defRPr sz="2000">
                <a:solidFill>
                  <a:srgbClr val="444444"/>
                </a:solidFill>
              </a:defRPr>
            </a:pPr>
            <a:r>
              <a:t>Heaps satisfy the heap property for efficient sorting</a:t>
            </a:r>
          </a:p>
          <a:p>
            <a:pPr>
              <a:defRPr sz="2000">
                <a:solidFill>
                  <a:srgbClr val="444444"/>
                </a:solidFill>
              </a:defRPr>
            </a:pPr>
            <a:r>
              <a:t>Data structures optimize memory usage and performance</a:t>
            </a:r>
          </a:p>
          <a:p>
            <a:pPr>
              <a:defRPr sz="2000">
                <a:solidFill>
                  <a:srgbClr val="444444"/>
                </a:solidFill>
              </a:defRPr>
            </a:pPr>
            <a:r>
              <a:t>Algorithms rely on data structures for problem solving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