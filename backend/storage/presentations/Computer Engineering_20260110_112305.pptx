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Computer Engineering presentation covering multiple topics. Today we'll explore: Introduction to Operating Systems, Process Management Concepts, Memory Management Techniques.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Welcome to the introduction of operating systems, a crucial component of computer engineering. In this section, we will explore the fundamental concepts and overview of operating systems. We will discuss how operating systems manage hardware and software resources, provide a platform for running applications, and ensure system security and authentication.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explore the basics of operating systems, including their primary functions and key characteristics. Operating systems act as a bridge between users and computer hardware, managing resources and providing a platform for applications. We will also discuss the importance of operating systems in modern computing and their role in ensuring system security and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introduce the basics of operating systems, including their functions, importance, and key concepts. We will explore how operating systems manage computer hardware and software resources, provide a platform for running applications, and ensure security and authentication. This foundation will be crucial for understanding the more advanced topics in computer engineering.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Computer Engineering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Introduction to Operating Systems, Process Management Concepts, Memory Management Techniques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Overview</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Acts as an intermediary between user and computer hardware components</a:t>
            </a:r>
          </a:p>
          <a:p>
            <a:pPr>
              <a:defRPr sz="2000">
                <a:solidFill>
                  <a:srgbClr val="444444"/>
                </a:solidFill>
              </a:defRPr>
            </a:pPr>
            <a:r>
              <a:t>Provides a platform for running applications and services smoothly</a:t>
            </a:r>
          </a:p>
          <a:p>
            <a:pPr>
              <a:defRPr sz="2000">
                <a:solidFill>
                  <a:srgbClr val="444444"/>
                </a:solidFill>
              </a:defRPr>
            </a:pPr>
            <a:r>
              <a:t>Controls input output and storage devices connected to system</a:t>
            </a:r>
          </a:p>
          <a:p>
            <a:pPr>
              <a:defRPr sz="2000">
                <a:solidFill>
                  <a:srgbClr val="444444"/>
                </a:solidFill>
              </a:defRPr>
            </a:pPr>
            <a:r>
              <a:t>Manages memory and storage allocation for optimal performance</a:t>
            </a:r>
          </a:p>
          <a:p>
            <a:pPr>
              <a:defRPr sz="2000">
                <a:solidFill>
                  <a:srgbClr val="444444"/>
                </a:solidFill>
              </a:defRPr>
            </a:pPr>
            <a:r>
              <a:t>Handles process scheduling and multitasking operations seamlessly</a:t>
            </a:r>
          </a:p>
          <a:p>
            <a:pPr>
              <a:defRPr sz="2000">
                <a:solidFill>
                  <a:srgbClr val="444444"/>
                </a:solidFill>
              </a:defRPr>
            </a:pPr>
            <a:r>
              <a:t>Ensures system security and authentication mechanisms are intact</a:t>
            </a:r>
          </a:p>
          <a:p>
            <a:pPr>
              <a:defRPr sz="2000">
                <a:solidFill>
                  <a:srgbClr val="444444"/>
                </a:solidFill>
              </a:defRPr>
            </a:pPr>
            <a:r>
              <a:t>Supports networking and communication protocols for data exchange</a:t>
            </a:r>
          </a:p>
          <a:p>
            <a:pPr>
              <a:defRPr sz="2000">
                <a:solidFill>
                  <a:srgbClr val="444444"/>
                </a:solidFill>
              </a:defRPr>
            </a:pPr>
            <a:r>
              <a:t>Provides a user interface for interacting with the system easily</a:t>
            </a:r>
          </a:p>
        </p:txBody>
      </p:sp>
      <p:pic>
        <p:nvPicPr>
          <p:cNvPr id="4" name="Picture 3" descr="65eafbf479d54df08a85aa9e60785caf_introduction_to_operating_systems_proces.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Concepts</a:t>
            </a:r>
          </a:p>
        </p:txBody>
      </p:sp>
      <p:sp>
        <p:nvSpPr>
          <p:cNvPr id="3" name="Content Placeholder 2"/>
          <p:cNvSpPr>
            <a:spLocks noGrp="1"/>
          </p:cNvSpPr>
          <p:nvPr>
            <p:ph idx="1"/>
          </p:nvPr>
        </p:nvSpPr>
        <p:spPr/>
        <p:txBody>
          <a:bodyPr/>
          <a:lstStyle/>
          <a:p>
            <a:pPr>
              <a:defRPr sz="2000">
                <a:solidFill>
                  <a:srgbClr val="444444"/>
                </a:solidFill>
              </a:defRPr>
            </a:pPr>
            <a:r>
              <a:t>Defines interface between user and computer hardware</a:t>
            </a:r>
          </a:p>
          <a:p>
            <a:pPr>
              <a:defRPr sz="2000">
                <a:solidFill>
                  <a:srgbClr val="444444"/>
                </a:solidFill>
              </a:defRPr>
            </a:pPr>
            <a:r>
              <a:t>Manages computer hardware and software resources efficiently</a:t>
            </a:r>
          </a:p>
          <a:p>
            <a:pPr>
              <a:defRPr sz="2000">
                <a:solidFill>
                  <a:srgbClr val="444444"/>
                </a:solidFill>
              </a:defRPr>
            </a:pPr>
            <a:r>
              <a:t>Provides platform for running applications and services</a:t>
            </a:r>
          </a:p>
          <a:p>
            <a:pPr>
              <a:defRPr sz="2000">
                <a:solidFill>
                  <a:srgbClr val="444444"/>
                </a:solidFill>
              </a:defRPr>
            </a:pPr>
            <a:r>
              <a:t>Controls input/output operations and data storage</a:t>
            </a:r>
          </a:p>
          <a:p>
            <a:pPr>
              <a:defRPr sz="2000">
                <a:solidFill>
                  <a:srgbClr val="444444"/>
                </a:solidFill>
              </a:defRPr>
            </a:pPr>
            <a:r>
              <a:t>Ensures security and authentication of user accounts</a:t>
            </a:r>
          </a:p>
          <a:p>
            <a:pPr>
              <a:defRPr sz="2000">
                <a:solidFill>
                  <a:srgbClr val="444444"/>
                </a:solidFill>
              </a:defRPr>
            </a:pPr>
            <a:r>
              <a:t>Supports multitasking and multithreading capabilities</a:t>
            </a:r>
          </a:p>
          <a:p>
            <a:pPr>
              <a:defRPr sz="2000">
                <a:solidFill>
                  <a:srgbClr val="444444"/>
                </a:solidFill>
              </a:defRPr>
            </a:pPr>
            <a:r>
              <a:t>Manages memory allocation and deallocation processes</a:t>
            </a:r>
          </a:p>
          <a:p>
            <a:pPr>
              <a:defRPr sz="2000">
                <a:solidFill>
                  <a:srgbClr val="444444"/>
                </a:solidFill>
              </a:defRPr>
            </a:pPr>
            <a:r>
              <a:t>Optimizes system performance and responsiveness</a:t>
            </a:r>
          </a:p>
          <a:p>
            <a:pPr>
              <a:defRPr sz="2000">
                <a:solidFill>
                  <a:srgbClr val="444444"/>
                </a:solidFill>
              </a:defRPr>
            </a:pPr>
            <a:r>
              <a:t>Handles interrupts and exceptions gracefully</a:t>
            </a:r>
          </a:p>
          <a:p>
            <a:pPr>
              <a:defRPr sz="2000">
                <a:solidFill>
                  <a:srgbClr val="444444"/>
                </a:solidFill>
              </a:defRPr>
            </a:pPr>
            <a:r>
              <a:t>Provides utility programs for system maintenance</a:t>
            </a:r>
          </a:p>
        </p:txBody>
      </p:sp>
      <p:pic>
        <p:nvPicPr>
          <p:cNvPr id="4" name="Picture 3" descr="a31ce2ce731d4d9e98780f1f5399e831_introduction_to_operating_systems_proces.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Concepts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Provides platform for running applications and services smoothly</a:t>
            </a:r>
          </a:p>
          <a:p>
            <a:pPr>
              <a:defRPr sz="2000">
                <a:solidFill>
                  <a:srgbClr val="444444"/>
                </a:solidFill>
              </a:defRPr>
            </a:pPr>
            <a:r>
              <a:t>Controls input output and storage devices effectively always</a:t>
            </a:r>
          </a:p>
          <a:p>
            <a:pPr>
              <a:defRPr sz="2000">
                <a:solidFill>
                  <a:srgbClr val="444444"/>
                </a:solidFill>
              </a:defRPr>
            </a:pPr>
            <a:r>
              <a:t>Manages memory and CPU allocation for optimal performance</a:t>
            </a:r>
          </a:p>
          <a:p>
            <a:pPr>
              <a:defRPr sz="2000">
                <a:solidFill>
                  <a:srgbClr val="444444"/>
                </a:solidFill>
              </a:defRPr>
            </a:pPr>
            <a:r>
              <a:t>Handles file system and data storage securely always</a:t>
            </a:r>
          </a:p>
          <a:p>
            <a:pPr>
              <a:defRPr sz="2000">
                <a:solidFill>
                  <a:srgbClr val="444444"/>
                </a:solidFill>
              </a:defRPr>
            </a:pPr>
            <a:r>
              <a:t>Supports networking and communication protocols seamlessly</a:t>
            </a:r>
          </a:p>
          <a:p>
            <a:pPr>
              <a:defRPr sz="2000">
                <a:solidFill>
                  <a:srgbClr val="444444"/>
                </a:solidFill>
              </a:defRPr>
            </a:pPr>
            <a:r>
              <a:t>Ensures security and authentication for users and data</a:t>
            </a:r>
          </a:p>
          <a:p>
            <a:pPr>
              <a:defRPr sz="2000">
                <a:solidFill>
                  <a:srgbClr val="444444"/>
                </a:solidFill>
              </a:defRPr>
            </a:pPr>
            <a:r>
              <a:t>Provides utility programs for maintenance and troubleshooting</a:t>
            </a:r>
          </a:p>
          <a:p>
            <a:pPr>
              <a:defRPr sz="2000">
                <a:solidFill>
                  <a:srgbClr val="444444"/>
                </a:solidFill>
              </a:defRPr>
            </a:pPr>
            <a:r>
              <a:t>Optimizes system performance and responsiveness always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