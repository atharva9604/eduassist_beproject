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user-level applications seamlessly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function of OS is to provide a platform for running applications and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control and coordinate hardware components such as CPU and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layer of abstraction between hardware and user-level applications and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Common operating system functions include process management and memory management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platform for developing and running various applications and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Key characteristics of OS include multitasking, multithreading, and multiprocessing capabilities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ensure security, reliability, and scalability of computer systems and applications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user interface for interacting with computer hardware and software components</a:t>
            </a:r>
          </a:p>
        </p:txBody>
      </p:sp>
      <p:pic>
        <p:nvPicPr>
          <p:cNvPr id="4" name="Picture 3" descr="00f9a5fe29a64def97009151076dcc6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 and deallocation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organizes memory into variable-size blocks for better memory utilization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memory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small, unusable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allows programs to request memory at runtime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programs between main memory and secondary storage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provides fast access to frequently used data and instructions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programs from accessing unauthorized memory regions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mapping enables multiple programs to share the same physical memory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