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Convolutional Neural Networks (CNNs).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Convolutional Neural Networks (CNNs)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Convolutional Neural Networks (CNNs)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CNNs are neural networks designed to process grid-like data such as images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They automatically learn spatial hierarchies of features from raw pixels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Convolutions capture local patterns like edges, textures and shapes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kernel (filter) slides over the input computing weighted sums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Same weights are reused across the spatial dimension, reducing parameters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Stride and padding control output size and receptive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Pooling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Pooling downsamples feature maps to reduce spatial size and computation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Max pooling keeps the most activated value within a window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It provides translation invariance and reduces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CNN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Typical CNN: Conv → ReLU → Pool blocks followed by fully connected layers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Deeper architectures like VGG, ResNet stack many such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Output layer uses softmax for multi-class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