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Deep Learning presentation covering multiple topics. Today we'll explore: Recurrent Neural Network, Convolution Neural Network.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Recurrent Neural Networks, emphasize their ability to handle sequential data and their application in areas like speech recognition and natural language processing. Explain that RNNs use feedback connections to capture temporal relationships in data. Discuss the challenges of training RNNs, such as vanishing gradients, and introduce the concept of backpropagation through time as a method for training these networks. Provide examples of how RNNs can be applied to real-world problems, such as speech-to-text systems or sentiment analysis of text data. Ask students to consider how RNNs differ from other neural network architectures and what advantages they offer for certain types of data.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Recurrent Neural Networks, emphasize their ability to process sequential data and their use of feedback connections to retain memory. Provide examples such as speech recognition and language translation to illustrate their applications. Discuss how backpropagation is used for training and highlight their effectiveness in tasks that involve sequential data. Ask students to consider how RNNs differ from other neural network types and what advantages they offer for certain tasks. Key takeaways should include understanding the basic architecture and the primary use cases of RNNs.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Recurrent Neural Networks, explain that they are designed to handle sequential data, such as speech or text, by using feedback connections to store information from previous steps. Provide examples like speech recognition systems and language translation software. Ask students to think about how RNNs can be applied to real-world problems, such as predicting stock prices or generating text. Emphasize the importance of understanding the basics of RNNs before moving on to more advanced topics, like Long Short-Term Memory (LSTM) networks.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the Convolution Neural Network, explain its biological inspiration and how it mimics the human visual cortex. Provide examples of its applications in image classification, such as self-driving cars and facial recognition. Ask students to consider how CNNs can be trained on different types of data. Key takeaways include understanding the basic architecture and the importance of large datasets for training.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the Convolution Neural Network, emphasize its biological inspiration and unique architectural features such as local connectivity and shared weights. Explain how convolutional and pooling layers work together to reduce spatial dimensions while retaining important information. Provide examples of image classification tasks where CNNs excel, such as object recognition in self-driving cars or facial recognition in security systems. Ask students to consider how these features contribute to the network's ability to learn and represent complex visual data.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the role of each layer in a Convolution Neural Network, using examples like image classification. Discuss how Conv2D layers use filters to extract features, and how pooling layers reduce spatial dimensions to decrease computational costs. Ask students to consider the impact of layer architecture on model performance. Key takeaways include understanding the basic architecture of a CNN and its application in deep learning tasks.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Deep Learning</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Recurrent Neural Network, Convolution Neural Network</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Recurrent Neural Network - Introduction</a:t>
            </a:r>
          </a:p>
        </p:txBody>
      </p:sp>
      <p:sp>
        <p:nvSpPr>
          <p:cNvPr id="3" name="Content Placeholder 2"/>
          <p:cNvSpPr>
            <a:spLocks noGrp="1"/>
          </p:cNvSpPr>
          <p:nvPr>
            <p:ph idx="1"/>
          </p:nvPr>
        </p:nvSpPr>
        <p:spPr/>
        <p:txBody>
          <a:bodyPr/>
          <a:lstStyle/>
          <a:p>
            <a:pPr>
              <a:defRPr sz="2000">
                <a:solidFill>
                  <a:srgbClr val="444444"/>
                </a:solidFill>
              </a:defRPr>
            </a:pPr>
            <a:r>
              <a:t>RNNs process sequential data like time series</a:t>
            </a:r>
          </a:p>
          <a:p>
            <a:pPr>
              <a:defRPr sz="2000">
                <a:solidFill>
                  <a:srgbClr val="444444"/>
                </a:solidFill>
              </a:defRPr>
            </a:pPr>
            <a:r>
              <a:t>Use feedback connections for temporal relationships</a:t>
            </a:r>
          </a:p>
          <a:p>
            <a:pPr>
              <a:defRPr sz="2000">
                <a:solidFill>
                  <a:srgbClr val="444444"/>
                </a:solidFill>
              </a:defRPr>
            </a:pPr>
            <a:r>
              <a:t>Trained using backpropagation through time</a:t>
            </a:r>
          </a:p>
          <a:p>
            <a:pPr>
              <a:defRPr sz="2000">
                <a:solidFill>
                  <a:srgbClr val="444444"/>
                </a:solidFill>
              </a:defRPr>
            </a:pPr>
            <a:r>
              <a:t>Suitable for speech, text, and audio analysis</a:t>
            </a:r>
          </a:p>
          <a:p>
            <a:pPr>
              <a:defRPr sz="2000">
                <a:solidFill>
                  <a:srgbClr val="444444"/>
                </a:solidFill>
              </a:defRPr>
            </a:pPr>
            <a:r>
              <a:t>Handle variable-length input sequences well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Recurrent Neural Network - Introduction</a:t>
            </a:r>
          </a:p>
        </p:txBody>
      </p:sp>
      <p:sp>
        <p:nvSpPr>
          <p:cNvPr id="3" name="Content Placeholder 2"/>
          <p:cNvSpPr>
            <a:spLocks noGrp="1"/>
          </p:cNvSpPr>
          <p:nvPr>
            <p:ph idx="1"/>
          </p:nvPr>
        </p:nvSpPr>
        <p:spPr/>
        <p:txBody>
          <a:bodyPr/>
          <a:lstStyle/>
          <a:p>
            <a:pPr>
              <a:defRPr sz="2000">
                <a:solidFill>
                  <a:srgbClr val="444444"/>
                </a:solidFill>
              </a:defRPr>
            </a:pPr>
            <a:r>
              <a:t>Handles sequential data like time series</a:t>
            </a:r>
          </a:p>
          <a:p>
            <a:pPr>
              <a:defRPr sz="2000">
                <a:solidFill>
                  <a:srgbClr val="444444"/>
                </a:solidFill>
              </a:defRPr>
            </a:pPr>
            <a:r>
              <a:t>Uses feedback connections for memory</a:t>
            </a:r>
          </a:p>
          <a:p>
            <a:pPr>
              <a:defRPr sz="2000">
                <a:solidFill>
                  <a:srgbClr val="444444"/>
                </a:solidFill>
              </a:defRPr>
            </a:pPr>
            <a:r>
              <a:t>Trained using backpropagation algorithm</a:t>
            </a:r>
          </a:p>
          <a:p>
            <a:pPr>
              <a:defRPr sz="2000">
                <a:solidFill>
                  <a:srgbClr val="444444"/>
                </a:solidFill>
              </a:defRPr>
            </a:pPr>
            <a:r>
              <a:t>Effective for speech recognition tasks</a:t>
            </a:r>
          </a:p>
          <a:p>
            <a:pPr>
              <a:defRPr sz="2000">
                <a:solidFill>
                  <a:srgbClr val="444444"/>
                </a:solidFill>
              </a:defRPr>
            </a:pPr>
            <a:r>
              <a:t>Also applied in natural language processing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Recurrent Neural Network - Introduction</a:t>
            </a:r>
          </a:p>
        </p:txBody>
      </p:sp>
      <p:sp>
        <p:nvSpPr>
          <p:cNvPr id="3" name="Content Placeholder 2"/>
          <p:cNvSpPr>
            <a:spLocks noGrp="1"/>
          </p:cNvSpPr>
          <p:nvPr>
            <p:ph idx="1"/>
          </p:nvPr>
        </p:nvSpPr>
        <p:spPr/>
        <p:txBody>
          <a:bodyPr/>
          <a:lstStyle/>
          <a:p>
            <a:pPr>
              <a:defRPr sz="2000">
                <a:solidFill>
                  <a:srgbClr val="444444"/>
                </a:solidFill>
              </a:defRPr>
            </a:pPr>
            <a:r>
              <a:t>Recurrent Neural Networks process sequential data</a:t>
            </a:r>
          </a:p>
          <a:p>
            <a:pPr>
              <a:defRPr sz="2000">
                <a:solidFill>
                  <a:srgbClr val="444444"/>
                </a:solidFill>
              </a:defRPr>
            </a:pPr>
            <a:r>
              <a:t>Use feedback connections to store information</a:t>
            </a:r>
          </a:p>
          <a:p>
            <a:pPr>
              <a:defRPr sz="2000">
                <a:solidFill>
                  <a:srgbClr val="444444"/>
                </a:solidFill>
              </a:defRPr>
            </a:pPr>
            <a:r>
              <a:t>Suitable for time-series prediction tasks</a:t>
            </a:r>
          </a:p>
          <a:p>
            <a:pPr>
              <a:defRPr sz="2000">
                <a:solidFill>
                  <a:srgbClr val="444444"/>
                </a:solidFill>
              </a:defRPr>
            </a:pPr>
            <a:r>
              <a:t>Examples include speech recognition systems</a:t>
            </a:r>
          </a:p>
          <a:p>
            <a:pPr>
              <a:defRPr sz="2000">
                <a:solidFill>
                  <a:srgbClr val="444444"/>
                </a:solidFill>
              </a:defRPr>
            </a:pPr>
            <a:r>
              <a:t>Also used in natural language processing</a:t>
            </a:r>
          </a:p>
          <a:p>
            <a:pPr>
              <a:defRPr sz="2000">
                <a:solidFill>
                  <a:srgbClr val="444444"/>
                </a:solidFill>
              </a:defRPr>
            </a:pPr>
            <a:r>
              <a:t>Effective for sequential decision-making problems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Convolution Neural Network - Introduction</a:t>
            </a:r>
          </a:p>
        </p:txBody>
      </p:sp>
      <p:sp>
        <p:nvSpPr>
          <p:cNvPr id="3" name="Content Placeholder 2"/>
          <p:cNvSpPr>
            <a:spLocks noGrp="1"/>
          </p:cNvSpPr>
          <p:nvPr>
            <p:ph idx="1"/>
          </p:nvPr>
        </p:nvSpPr>
        <p:spPr/>
        <p:txBody>
          <a:bodyPr/>
          <a:lstStyle/>
          <a:p>
            <a:pPr>
              <a:defRPr sz="2000">
                <a:solidFill>
                  <a:srgbClr val="444444"/>
                </a:solidFill>
              </a:defRPr>
            </a:pPr>
            <a:r>
              <a:t>Inspired by human visual cortex structure</a:t>
            </a:r>
          </a:p>
          <a:p>
            <a:pPr>
              <a:defRPr sz="2000">
                <a:solidFill>
                  <a:srgbClr val="444444"/>
                </a:solidFill>
              </a:defRPr>
            </a:pPr>
            <a:r>
              <a:t>Uses convolutional and pooling layers</a:t>
            </a:r>
          </a:p>
          <a:p>
            <a:pPr>
              <a:defRPr sz="2000">
                <a:solidFill>
                  <a:srgbClr val="444444"/>
                </a:solidFill>
              </a:defRPr>
            </a:pPr>
            <a:r>
              <a:t>Trains on large image datasets</a:t>
            </a:r>
          </a:p>
          <a:p>
            <a:pPr>
              <a:defRPr sz="2000">
                <a:solidFill>
                  <a:srgbClr val="444444"/>
                </a:solidFill>
              </a:defRPr>
            </a:pPr>
            <a:r>
              <a:t>Excels in image classification tasks</a:t>
            </a:r>
          </a:p>
          <a:p>
            <a:pPr>
              <a:defRPr sz="2000">
                <a:solidFill>
                  <a:srgbClr val="444444"/>
                </a:solidFill>
              </a:defRPr>
            </a:pPr>
            <a:r>
              <a:t>Key component of deep learning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Convolution Neural Network - Introduction</a:t>
            </a:r>
          </a:p>
        </p:txBody>
      </p:sp>
      <p:sp>
        <p:nvSpPr>
          <p:cNvPr id="3" name="Content Placeholder 2"/>
          <p:cNvSpPr>
            <a:spLocks noGrp="1"/>
          </p:cNvSpPr>
          <p:nvPr>
            <p:ph idx="1"/>
          </p:nvPr>
        </p:nvSpPr>
        <p:spPr/>
        <p:txBody>
          <a:bodyPr/>
          <a:lstStyle/>
          <a:p>
            <a:pPr>
              <a:defRPr sz="2000">
                <a:solidFill>
                  <a:srgbClr val="444444"/>
                </a:solidFill>
              </a:defRPr>
            </a:pPr>
            <a:r>
              <a:t>Inspired by biological neural networks</a:t>
            </a:r>
          </a:p>
          <a:p>
            <a:pPr>
              <a:defRPr sz="2000">
                <a:solidFill>
                  <a:srgbClr val="444444"/>
                </a:solidFill>
              </a:defRPr>
            </a:pPr>
            <a:r>
              <a:t>Uses convolutional and pooling layers</a:t>
            </a:r>
          </a:p>
          <a:p>
            <a:pPr>
              <a:defRPr sz="2000">
                <a:solidFill>
                  <a:srgbClr val="444444"/>
                </a:solidFill>
              </a:defRPr>
            </a:pPr>
            <a:r>
              <a:t>Excels in image classification tasks</a:t>
            </a:r>
          </a:p>
          <a:p>
            <a:pPr>
              <a:defRPr sz="2000">
                <a:solidFill>
                  <a:srgbClr val="444444"/>
                </a:solidFill>
              </a:defRPr>
            </a:pPr>
            <a:r>
              <a:t>Utilizes local connectivity and sharing</a:t>
            </a:r>
          </a:p>
          <a:p>
            <a:pPr>
              <a:defRPr sz="2000">
                <a:solidFill>
                  <a:srgbClr val="444444"/>
                </a:solidFill>
              </a:defRPr>
            </a:pPr>
            <a:r>
              <a:t>Reduces spatial dimensions with pooling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Convolution Neural Network - Architecture</a:t>
            </a:r>
          </a:p>
        </p:txBody>
      </p:sp>
      <p:sp>
        <p:nvSpPr>
          <p:cNvPr id="3" name="Content Placeholder 2"/>
          <p:cNvSpPr>
            <a:spLocks noGrp="1"/>
          </p:cNvSpPr>
          <p:nvPr>
            <p:ph idx="1"/>
          </p:nvPr>
        </p:nvSpPr>
        <p:spPr/>
        <p:txBody>
          <a:bodyPr/>
          <a:lstStyle/>
          <a:p>
            <a:pPr>
              <a:defRPr sz="2000">
                <a:solidFill>
                  <a:srgbClr val="444444"/>
                </a:solidFill>
              </a:defRPr>
            </a:pPr>
            <a:r>
              <a:t>Input layer processes visual data</a:t>
            </a:r>
          </a:p>
          <a:p>
            <a:pPr>
              <a:defRPr sz="2000">
                <a:solidFill>
                  <a:srgbClr val="444444"/>
                </a:solidFill>
              </a:defRPr>
            </a:pPr>
            <a:r>
              <a:t>Conv2D layer extracts features</a:t>
            </a:r>
          </a:p>
          <a:p>
            <a:pPr>
              <a:defRPr sz="2000">
                <a:solidFill>
                  <a:srgbClr val="444444"/>
                </a:solidFill>
              </a:defRPr>
            </a:pPr>
            <a:r>
              <a:t>Pooling layer reduces spatial dimensions</a:t>
            </a:r>
          </a:p>
          <a:p>
            <a:pPr>
              <a:defRPr sz="2000">
                <a:solidFill>
                  <a:srgbClr val="444444"/>
                </a:solidFill>
              </a:defRPr>
            </a:pPr>
            <a:r>
              <a:t>Flatten layer reshapes data</a:t>
            </a:r>
          </a:p>
          <a:p>
            <a:pPr>
              <a:defRPr sz="2000">
                <a:solidFill>
                  <a:srgbClr val="444444"/>
                </a:solidFill>
              </a:defRPr>
            </a:pPr>
            <a:r>
              <a:t>Dense layer makes predictions</a:t>
            </a:r>
          </a:p>
          <a:p>
            <a:pPr>
              <a:defRPr sz="2000">
                <a:solidFill>
                  <a:srgbClr val="444444"/>
                </a:solidFill>
              </a:defRPr>
            </a:pPr>
            <a:r>
              <a:t>Output layer provides classification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