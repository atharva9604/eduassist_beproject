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Computer Engineering Core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to Operating Systems in the context of Computer Engineering Core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Deadlocks in Operating Systems in the context of Computer Engineering Core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Relational Database Management System in the context of Computer Engineering Core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OSI Model in Computer Networks in the context of Computer Engineering Core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Computer Engineering 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resources efficiently and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provides a platform for running application software and services smoothly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Computer engineering core concept includes process management and synchronization techniques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management is a critical function of operating systems to optimize performance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systems and storage management are essential components of operating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and authentication mechanisms are necessary for protecting user data and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support various input output devices and networking protocols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Interrupt handling and exception handling are key concepts in operating system design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Resource allocation and deallocation are managed by the operating system kernel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a user interface for interacting with computer systems easily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Deadlocks in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Deadlocks occur when two or more processes are blocked indefinitely, waiting for each other to release resources.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Starvation happens when a process is unable to access shared resources due to other processes holding them indefinitely.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Livelock is similar to deadlock, but processes are not blocked, instead, they are unable to proceed.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Mutual exclusion is a key concept in deadlocks, where a resource can only be accessed by one process.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Hold and wait condition occurs when a process holds a resource and waits for another resource to become available.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No preemption condition is met when a process is not allowed to be interrupted or preempted by another process.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Circular wait condition occurs when two or more processes are waiting for each other to release resources.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Avoiding deadlocks requires careful resource allocation and management to prevent the four necessary conditions from occurring.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Banker's algorithm is a popular method used to avoid deadlocks by allocating resources safely and efficiently.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Deadlock detection and recovery techniques are crucial in operating systems to prevent system crashes and data loss.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Relational Database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Relational databases organize data into tables with well-defined relationships and schema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management systems provide data integrity and security features for relational databases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Relational databases support complex queries using SQL programming language and syntax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Normalization techniques optimize relational database design for data consistency and scalability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Denormalization techniques improve relational database performance by reducing query complexity and joins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 modeling and entity-relationship diagrams represent relational database structures and relationships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Relational databases support transactional operations with commit and rollback functionality for data consistency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Indexing and caching mechanisms enhance relational database query performance and response times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Relational database systems ensure data consistency and integrity through constraints and triggers mechanisms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OSI Model in Computer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OSI Model consists of seven layers for network communication and interoperability standards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Physical layer defines physical means of data transmission between devices and networks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 link layer provides error-free transfer of data frames between nodes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 layer routes data between nodes on different networks using IP addresses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Transport layer ensures reliable data transfer between devices using TCP and UDP protocols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Session layer establishes and manages connections between applications and services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Presentation layer converts data into a format understandable by receiving device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Application layer provides services and interfaces for applications to communicate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OSI Model enables communication between devices from different vendors and platforms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Each layer communicates with its peer layer on other devices through interfaces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