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solidFill>
                  <a:srgbClr val="505050"/>
                </a:solidFill>
                <a:latin typeface="Calibri"/>
              </a:defRPr>
            </a:pPr>
            <a:r>
              <a:t>Educational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2060"/>
                </a:solidFill>
                <a:latin typeface="Calibri"/>
              </a:defRPr>
            </a:pPr>
            <a:r>
              <a:t>Introduction to Photosynthesis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0"/>
            <a:ext cx="1124712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Process by which plants convert light energy to chemical energy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Occurs in chloroplasts of plant cells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Essential for life on Earth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2060"/>
                </a:solidFill>
                <a:latin typeface="Calibri"/>
              </a:defRPr>
            </a:pPr>
            <a:r>
              <a:t>What is Photosynthesis?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0688"/>
            <a:ext cx="1124712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0"/>
            <a:ext cx="1124712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6CO2 + 6H2O + light energy → C6H12O6 + 6O2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Carbon dioxide + Water + Light → Glucose + Oxygen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2060"/>
                </a:solidFill>
                <a:latin typeface="Calibri"/>
              </a:defRPr>
            </a:pPr>
            <a:r>
              <a:t>The Photosynthesis Equation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0688"/>
            <a:ext cx="1124712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0"/>
            <a:ext cx="1124712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Photosynthesis is vital for life on Earth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It produces oxygen and organic compounds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Understanding this process helps us appreciate nature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2060"/>
                </a:solidFill>
                <a:latin typeface="Calibri"/>
              </a:defRPr>
            </a:pPr>
            <a:r>
              <a:t>Key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0688"/>
            <a:ext cx="1124712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