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497D"/>
                </a:solidFill>
              </a:rPr>
              <a:t>Introduction to Photosynthesis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4472C4"/>
                </a:solidFill>
              </a:rPr>
              <a:t>Educational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5943600"/>
            <a:ext cx="10360152" cy="2743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What is Photosynthesis?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444444"/>
                </a:solidFill>
              </a:defRPr>
            </a:pPr>
            <a:r>
              <a:t>Process by which plants convert light energy to chemical energy</a:t>
            </a:r>
          </a:p>
          <a:p>
            <a:pPr>
              <a:defRPr sz="2000">
                <a:solidFill>
                  <a:srgbClr val="444444"/>
                </a:solidFill>
              </a:defRPr>
            </a:pPr>
            <a:r>
              <a:t>Occurs in chloroplasts of plant cells</a:t>
            </a:r>
          </a:p>
          <a:p>
            <a:pPr>
              <a:defRPr sz="2000">
                <a:solidFill>
                  <a:srgbClr val="444444"/>
                </a:solidFill>
              </a:defRPr>
            </a:pPr>
            <a:r>
              <a:t>Essential for life on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5029200"/>
            <a:ext cx="4114800" cy="1371600"/>
          </a:xfrm>
          <a:prstGeom prst="rect">
            <a:avLst/>
          </a:prstGeom>
          <a:solidFill>
            <a:srgbClr val="F0F0F0"/>
          </a:solidFill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808080"/>
                </a:solidFill>
              </a:defRPr>
            </a:pPr>
            <a:r>
              <a:t>💡 Visual Suggestion:</a:t>
            </a:r>
          </a:p>
          <a:p>
            <a:r>
              <a:t>Diagram of plant cell with chloroplasts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1F497D"/>
                </a:solidFill>
              </a:defRPr>
            </a:pPr>
            <a:r>
              <a:t>The Photosynthesis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444444"/>
                </a:solidFill>
              </a:defRPr>
            </a:pPr>
            <a:r>
              <a:t>6CO2 + 6H2O + light energy → C6H12O6 + 6O2</a:t>
            </a:r>
          </a:p>
          <a:p>
            <a:pPr>
              <a:defRPr sz="2000">
                <a:solidFill>
                  <a:srgbClr val="444444"/>
                </a:solidFill>
              </a:defRPr>
            </a:pPr>
            <a:r>
              <a:t>Carbon dioxide + Water + Light → Glucose + Oxygen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5029200"/>
            <a:ext cx="4114800" cy="1371600"/>
          </a:xfrm>
          <a:prstGeom prst="rect">
            <a:avLst/>
          </a:prstGeom>
          <a:solidFill>
            <a:srgbClr val="F0F0F0"/>
          </a:solidFill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808080"/>
                </a:solidFill>
              </a:defRPr>
            </a:pPr>
            <a:r>
              <a:t>💡 Visual Suggestion:</a:t>
            </a:r>
          </a:p>
          <a:p>
            <a:r>
              <a:t>Chemical equation diagram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C00000"/>
                </a:solidFill>
              </a:defRPr>
            </a:pPr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 b="1">
                <a:solidFill>
                  <a:srgbClr val="1F497D"/>
                </a:solidFill>
              </a:defRPr>
            </a:pPr>
            <a:r>
              <a:t>Photosynthesis is vital for life on Earth</a:t>
            </a:r>
          </a:p>
          <a:p>
            <a:pPr>
              <a:defRPr sz="2200" b="1">
                <a:solidFill>
                  <a:srgbClr val="1F497D"/>
                </a:solidFill>
              </a:defRPr>
            </a:pPr>
            <a:r>
              <a:t>It produces oxygen and organic compounds</a:t>
            </a:r>
          </a:p>
          <a:p>
            <a:pPr>
              <a:defRPr sz="2200" b="1">
                <a:solidFill>
                  <a:srgbClr val="1F497D"/>
                </a:solidFill>
              </a:defRPr>
            </a:pPr>
            <a:r>
              <a:t>Understanding this process helps us appreciate nature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