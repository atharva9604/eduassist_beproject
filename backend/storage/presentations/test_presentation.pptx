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Introduction to Photosynthesis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Educational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Photosynthesis?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Process by which plants convert light energy to chemical energy</a:t>
            </a:r>
          </a:p>
          <a:p>
            <a:pPr/>
            <a:r>
              <a:t>Occurs in chloroplasts of plant cells</a:t>
            </a:r>
          </a:p>
          <a:p>
            <a:pPr/>
            <a:r>
              <a:t>Essential for life on Earth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Photosynthesis Equation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6CO2 + 6H2O + light energy → C6H12O6 + 6O2</a:t>
            </a:r>
          </a:p>
          <a:p>
            <a:pPr/>
            <a:r>
              <a:t>Carbon dioxide + Water + Light → Glucose + Oxygen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Photosynthesis is vital for life on Earth</a:t>
            </a:r>
          </a:p>
          <a:p>
            <a:pPr/>
            <a:r>
              <a:t>It produces oxygen and organic compounds</a:t>
            </a:r>
          </a:p>
          <a:p>
            <a:pPr/>
            <a:r>
              <a:t>Understanding this process helps us appreciate nature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