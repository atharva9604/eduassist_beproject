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Welcome to the Deep Learning presentation covering multiple topics. Today we'll explore: Create a 3-slide PPT on Convolutional Neural Networks (CNN)., Subject: Deep Learning, Slide titles:, Slide 1: Introduction to Convolutional Neural Networks, Slide 2: Core Components of CNN, Slide 3: Applications of CNN, Generate content for each slide based on its title..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Deep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Generated for: Create a 3-slide PPT on Convolutional Neural Networks (CNN)., Subject: Deep Learning, Slide titles:, Slide 1: Introduction to Convolutional Neural Networks, Slide 2: Core Components of CNN, Slide 3: Applications of CNN, Generate content for each slide based on its title.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Create a 3-slide PPT on Convolutional Neural Networks (CNN). -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(AI could not generate this slide)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Create a 3-slide PPT on Convolutional Neural Networks (CNN). -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(AI could not generate this slide)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Create a 3-slide PPT on Convolutional Neural Networks (CNN). - Part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(AI could not generate this slide)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