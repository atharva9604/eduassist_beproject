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 level applications software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goal of an operating system is to provide a platform for applications to run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layer of abstraction between hardware and user applications software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manages memory allocation and deallocation for running applications and services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mechanisms are implemented in operating systems to prevent unauthorized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user interface for interacting with computer hardware and software resources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is a critical function of operating systems for data storage and retrieval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and scheduling are essential operating system functions for efficient resource utilization</a:t>
            </a:r>
          </a:p>
        </p:txBody>
      </p:sp>
      <p:pic>
        <p:nvPicPr>
          <p:cNvPr id="4" name="Picture 3" descr="4c0d0b00611a49b780e1aff569f55dd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process is a program in execution with its own memory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determines which process runs at a given time.</a:t>
            </a:r>
          </a:p>
        </p:txBody>
      </p:sp>
      <p:pic>
        <p:nvPicPr>
          <p:cNvPr id="4" name="Picture 3" descr="728b3b95dea54e97aee0db07688cfa36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 and deallocation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organizes memory into variable-size blocks for better memory utilization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memory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unauthorized access to memory regions using access control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or processes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faster retrieval and execution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free memory blocks for optimal allocation and minimization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assigns memory to programs at runtime for efficient usage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 unusable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compaction rearranges memory to eliminate fragmentation and improve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