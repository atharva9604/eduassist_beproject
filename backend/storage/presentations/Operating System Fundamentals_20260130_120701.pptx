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/>
            </a:pPr>
            <a:r>
              <a:t>Introduction to the presentation on Operating System Fundamentals.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Explain Introduction in the context of Operating System Fundamentals.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Explain Core Concept / Architecture in the context of Operating System Fundamentals.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Explain Mathematical / Logical Explanation in the context of Operating System Fundamentals.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Explain Applications / Use Cases in the context of Operating System Fundamentals.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Explain Summary &amp; Key Takeaways in the context of Operating System Fundamentals.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1F497D"/>
                </a:solidFill>
              </a:rPr>
              <a:t>Operating System Fundamentals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4472C4"/>
                </a:solidFill>
              </a:rPr>
              <a:t>Computer Engineering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5943600"/>
            <a:ext cx="10360152" cy="2743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Operating Systems manage computer hardware and software resources efficiently and effectively always.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Introduction to Operating Systems includes understanding basic concepts and terminology clearly.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Computer hardware interacts with Operating Systems to perform specific tasks and functions.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Operating Systems provide a platform for running application software and utilities smoothly.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Basic functions of Operating Systems include process management and memory allocation always.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Operating Systems control input output devices and manage file systems securely.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Introduction to Operating Systems involves understanding system configuration and installation procedures.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Operating Systems provide security features and utilities for user authentication and authorization.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Fundamentals of Operating Systems include understanding network communication protocols and interfaces.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Operating Systems support various programming languages and software development tools always.</a:t>
            </a:r>
          </a:p>
        </p:txBody>
      </p:sp>
      <p:pic>
        <p:nvPicPr>
          <p:cNvPr id="4" name="Picture 3" descr="1194475660e44e69becd3b8e551afbcc_operating_system_fundamentals_computer_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0"/>
            <a:ext cx="41148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Core Concept /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Operating System manages computer hardware and software resources efficiently always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Core concept includes process management and synchronization techniques always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Architecture comprises kernel space and user space interactions primarily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Device management involves handling input output operations effectively always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Memory management enables efficient allocation and deallocation always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File system management provides data storage and retrieval mechanisms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Security and authentication ensure authorized access to system resources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Interrupt handling enables asynchronous event processing and management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Multitasking and multithreading enhance system performance and responsiveness</a:t>
            </a:r>
          </a:p>
        </p:txBody>
      </p:sp>
      <p:pic>
        <p:nvPicPr>
          <p:cNvPr id="4" name="Picture 3" descr="3c93c57cfb1f41be923cdc6866a021ea_operating_system_fundamentals_computer_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0"/>
            <a:ext cx="41148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Mathematical / Logical Explanation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Algorithms and data structures form the basis of operating system design and development processes always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Mathematical modeling helps in predicting system performance and behavior under various workload conditions effectively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Logical explanations of complex system interactions enable better understanding and analysis of operating systems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Discrete mathematics and graph theory are essential for understanding process scheduling and memory management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Operating system security relies heavily on mathematical concepts like cryptography and encryption techniques always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Formal language theory and automata theory are used to design and verify operating system protocols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Probability and statistics are applied to analyze and optimize system performance and resource allocation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Boolean algebra and logic gates are fundamental to the design of digital circuits and computer architecture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Mathematical proof techniques are used to verify the correctness and reliability of operating system components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Logical reasoning and problem-solving skills are essential for troubleshooting and debugging operating system issues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Applications /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Embedded systems utilize operating systems for managing hardware resources efficiently always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Real-time operating systems are used in critical applications requiring precise timing control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Mobile operating systems provide a platform for developing various mobile applications quickly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Desktop operating systems offer a graphical user interface for easy user interaction always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Server operating systems manage multiple user accounts and provide network security features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Mainframe operating systems support large-scale enterprise applications with high reliability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Operating systems enable virtualization for efficient resource allocation and utilization always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Gaming consoles rely on specialized operating systems for optimal performance and graphics rendering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Automotive operating systems control various vehicle functions such as navigation and entertainment systems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Summary &amp; 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Operating systems manage computer hardware resources efficiently and effectively always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Process management is a critical component of operating system design and development always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Memory management enables efficient use of main memory and storage devices always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File systems provide a hierarchical structure for storing and retrieving data files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Input output management handles data transfer between devices and the operating system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Security features protect the operating system and user data from unauthorized access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Interrupt handling enables the operating system to respond to hardware interrupts quickly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Device drivers interact with hardware devices to perform specific tasks and functions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Networking capabilities enable communication between computers and devices on a network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Operating system configuration and customization options meet specific user needs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