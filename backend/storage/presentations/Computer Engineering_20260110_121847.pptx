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Create a 3-slide PPT on Operating System Basics., Subject: Computer Engineering, Slide structure:, Slide 1: Introduction to Operating Systems, Slide 2: Process Management, Slide 3: Memory Management, Image placement:, Use Image 1 on Slide 2, Use Image 2 on Slide 3, Generate content where not provided..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 basics. In this section, we will cover the fundamental concepts and components of an operating system. The key points to focus on include process management, memory management, and file systems, which are essential for understanding how an operating system 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discuss the basics of operating systems, including their primary functions and key characteristics. The operating system acts as an intermediary between computer hardware and software applications. It is responsible for managing computer resources, providing security, and optimizing system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cover the fundamental concepts of operating systems, including their role in managing computer resources, providing a platform for applications, and controlling input/output operations. The key points to focus on are the management of hardware and software resources, multitasking, and security features. These concepts are essential for understanding how operating systems work and their importance in computer engineering.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Operating System Basics., Subject: Computer Engineering, Slide structure:, Slide 1: Introduction to Operating Systems, Slide 2: Process Management, Slide 3: Memory Management, Image placement:, Use Image 1 on Slide 2, Use Image 2 on Slide 3, Generate content where not provided.</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 programs smoothly</a:t>
            </a:r>
          </a:p>
          <a:p>
            <a:pPr>
              <a:defRPr sz="2000">
                <a:solidFill>
                  <a:srgbClr val="444444"/>
                </a:solidFill>
              </a:defRPr>
            </a:pPr>
            <a:r>
              <a:t>Controls input output devices such as keyboard and mouse</a:t>
            </a:r>
          </a:p>
          <a:p>
            <a:pPr>
              <a:defRPr sz="2000">
                <a:solidFill>
                  <a:srgbClr val="444444"/>
                </a:solidFill>
              </a:defRPr>
            </a:pPr>
            <a:r>
              <a:t>Manages memory and storage devices for optimal performance</a:t>
            </a:r>
          </a:p>
          <a:p>
            <a:pPr>
              <a:defRPr sz="2000">
                <a:solidFill>
                  <a:srgbClr val="444444"/>
                </a:solidFill>
              </a:defRPr>
            </a:pPr>
            <a:r>
              <a:t>Handles file system and directory structure effectively</a:t>
            </a:r>
          </a:p>
          <a:p>
            <a:pPr>
              <a:defRPr sz="2000">
                <a:solidFill>
                  <a:srgbClr val="444444"/>
                </a:solidFill>
              </a:defRPr>
            </a:pPr>
            <a:r>
              <a:t>Ensures security and authentication for user accounts</a:t>
            </a:r>
          </a:p>
          <a:p>
            <a:pPr>
              <a:defRPr sz="2000">
                <a:solidFill>
                  <a:srgbClr val="444444"/>
                </a:solidFill>
              </a:defRPr>
            </a:pPr>
            <a:r>
              <a:t>Supports networking and communication between devices</a:t>
            </a:r>
          </a:p>
          <a:p>
            <a:pPr>
              <a:defRPr sz="2000">
                <a:solidFill>
                  <a:srgbClr val="444444"/>
                </a:solidFill>
              </a:defRPr>
            </a:pPr>
            <a:r>
              <a:t>Optimizes system performance and responsiveness always</a:t>
            </a:r>
          </a:p>
          <a:p>
            <a:pPr>
              <a:defRPr sz="2000">
                <a:solidFill>
                  <a:srgbClr val="444444"/>
                </a:solidFill>
              </a:defRPr>
            </a:pPr>
            <a:r>
              <a:t>Provides a user interface for interaction and navigation</a:t>
            </a:r>
          </a:p>
        </p:txBody>
      </p:sp>
      <p:pic>
        <p:nvPicPr>
          <p:cNvPr id="4" name="Picture 3" descr="09d783574a084163b5dc11eb044792b0.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Operating System Fundamentals and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 output operations and memory management functions</a:t>
            </a:r>
          </a:p>
          <a:p>
            <a:pPr>
              <a:defRPr sz="2000">
                <a:solidFill>
                  <a:srgbClr val="444444"/>
                </a:solidFill>
              </a:defRPr>
            </a:pPr>
            <a:r>
              <a:t>Ensures security and authentication mechanisms are in place always</a:t>
            </a:r>
          </a:p>
          <a:p>
            <a:pPr>
              <a:defRPr sz="2000">
                <a:solidFill>
                  <a:srgbClr val="444444"/>
                </a:solidFill>
              </a:defRPr>
            </a:pPr>
            <a:r>
              <a:t>Supports multitasking and multithreading capabilities effectively</a:t>
            </a:r>
          </a:p>
          <a:p>
            <a:pPr>
              <a:defRPr sz="2000">
                <a:solidFill>
                  <a:srgbClr val="444444"/>
                </a:solidFill>
              </a:defRPr>
            </a:pPr>
            <a:r>
              <a:t>Manages file systems and storage devices efficiently always</a:t>
            </a:r>
          </a:p>
          <a:p>
            <a:pPr>
              <a:defRPr sz="2000">
                <a:solidFill>
                  <a:srgbClr val="444444"/>
                </a:solidFill>
              </a:defRPr>
            </a:pPr>
            <a:r>
              <a:t>Provides interrupt handling and exception handling mechanisms</a:t>
            </a:r>
          </a:p>
          <a:p>
            <a:pPr>
              <a:defRPr sz="2000">
                <a:solidFill>
                  <a:srgbClr val="444444"/>
                </a:solidFill>
              </a:defRPr>
            </a:pPr>
            <a:r>
              <a:t>Optimizes system performance and responsiveness always</a:t>
            </a:r>
          </a:p>
        </p:txBody>
      </p:sp>
      <p:pic>
        <p:nvPicPr>
          <p:cNvPr id="4" name="Picture 3" descr="5297dd6b32ec4b75857051e38325dcc7.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input/output operations and data storage devices effectively</a:t>
            </a:r>
          </a:p>
          <a:p>
            <a:pPr>
              <a:defRPr sz="2000">
                <a:solidFill>
                  <a:srgbClr val="444444"/>
                </a:solidFill>
              </a:defRPr>
            </a:pPr>
            <a:r>
              <a:t>Handles multitasking and multithreading for optimal performance</a:t>
            </a:r>
          </a:p>
          <a:p>
            <a:pPr>
              <a:defRPr sz="2000">
                <a:solidFill>
                  <a:srgbClr val="444444"/>
                </a:solidFill>
              </a:defRPr>
            </a:pPr>
            <a:r>
              <a:t>Manages memory and storage allocation for running programs</a:t>
            </a:r>
          </a:p>
          <a:p>
            <a:pPr>
              <a:defRPr sz="2000">
                <a:solidFill>
                  <a:srgbClr val="444444"/>
                </a:solidFill>
              </a:defRPr>
            </a:pPr>
            <a:r>
              <a:t>Provides security features to protect against malware and viruses</a:t>
            </a:r>
          </a:p>
          <a:p>
            <a:pPr>
              <a:defRPr sz="2000">
                <a:solidFill>
                  <a:srgbClr val="444444"/>
                </a:solidFill>
              </a:defRPr>
            </a:pPr>
            <a:r>
              <a:t>Supports networking and communication between devices seamlessly</a:t>
            </a:r>
          </a:p>
          <a:p>
            <a:pPr>
              <a:defRPr sz="2000">
                <a:solidFill>
                  <a:srgbClr val="444444"/>
                </a:solidFill>
              </a:defRPr>
            </a:pPr>
            <a:r>
              <a:t>Offers user interface for interacting with the operating system easily</a:t>
            </a:r>
          </a:p>
          <a:p>
            <a:pPr>
              <a:defRPr sz="2000">
                <a:solidFill>
                  <a:srgbClr val="444444"/>
                </a:solidFill>
              </a:defRPr>
            </a:pPr>
            <a:r>
              <a:t>Manages files and directories for organized data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