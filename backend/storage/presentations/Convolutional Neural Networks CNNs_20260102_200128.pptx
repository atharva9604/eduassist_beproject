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Convolutional Neural Networks (CNNs).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Convolutional Neural Networks (CNNs)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Convolutional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CNNs are neural networks designed to process grid-like data such as images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They automatically learn spatial hierarchies of features from raw pixels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Convolutions capture local patterns like edges, textures and shapes</a:t>
            </a:r>
          </a:p>
        </p:txBody>
      </p:sp>
      <p:pic>
        <p:nvPicPr>
          <p:cNvPr id="4" name="Picture 3" descr="4871a1458e5041bbb51a45ba41b2deb8_convolutional_neural_networks_cnns_con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746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Convolution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 kernel (filter) slides over the input computing weighted sums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Same weights are reused across the spatial dimension, reducing parameters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Stride and padding control output size and receptive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Pooling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Pooling downsamples feature maps to reduce spatial size and computation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Max pooling keeps the most activated value within a window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It provides translation invariance and reduces overfitting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CNN Architecture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Typical CNN: Conv → ReLU → Pool blocks followed by fully connected layers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Deeper architectures like VGG, ResNet stack many such blocks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Output layer uses softmax for multi-class classification</a:t>
            </a:r>
          </a:p>
        </p:txBody>
      </p:sp>
      <p:pic>
        <p:nvPicPr>
          <p:cNvPr id="4" name="Picture 3" descr="e34bd4bbe51b404cb8aa0dddc941a8c9_convolutional_neural_networks_cnns_con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Image classification, object detection, segmentation and face recognition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Medical image analysis and autonomous driving perception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Document understanding and scene text recognition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