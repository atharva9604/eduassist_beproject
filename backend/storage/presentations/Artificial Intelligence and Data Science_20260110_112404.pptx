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Artificial Intelligence and Data Science presentation covering multiple topics. Today we'll explore: Overview of Machine Learning, Types of Machine Learning, Supervised Learning Algorithms, Unsupervised Learning Algorithms, Model Evaluation Metrics.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Welcome to the overview of machine learning, a crucial aspect of artificial intelligence and data science. Machine learning allows systems to learn and improve from experience without being explicitly programmed. In this section, we will explore the fundamentals of machine learning, including its types, applications, and techniques. We will also discuss key concepts such as deep learning, neural networks, and natural language processing.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Welcome to part 2 of our course, where we'll explore the fundamentals of machine learning. Machine learning is a crucial aspect of artificial intelligence, allowing systems to learn from data and improve their performance over time. We'll discuss the different types of machine learning, including supervised, unsupervised, and reinforcement learning, and their various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This section provides an overview of machine learning, a crucial aspect of artificial intelligence and data science. Machine learning involves training models on data to enable predictive capabilities. The different types of machine learning, including supervised, unsupervised, and reinforcement learning, will be explored in more detail in subsequent sections.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This slide introduces the primary types of machine learning, including supervised, unsupervised, semi-supervised, reinforcement, and deep learning. Each type has its unique characteristics and applications in data science. The key differences between these types will be explored in subsequent slides, providing a comprehensive understanding of machine learning fundamentals.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This section delves into the primary types of machine learning, including supervised, unsupervised, and reinforcement learning. Each type has its unique applications and advantages. Understanding these categories is crucial for selecting the appropriate machine learning approach for a given problem.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Artificial Intelligence and Data Science</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Overview of Machine Learning, Types of Machine Learning, Supervised Learning Algorithms, Unsupervised Learning Algorithms, Model Evaluation Metrics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Machine Learning Fundamentals</a:t>
            </a:r>
          </a:p>
        </p:txBody>
      </p:sp>
      <p:sp>
        <p:nvSpPr>
          <p:cNvPr id="3" name="Content Placeholder 2"/>
          <p:cNvSpPr>
            <a:spLocks noGrp="1"/>
          </p:cNvSpPr>
          <p:nvPr>
            <p:ph idx="1"/>
          </p:nvPr>
        </p:nvSpPr>
        <p:spPr/>
        <p:txBody>
          <a:bodyPr/>
          <a:lstStyle/>
          <a:p>
            <a:pPr>
              <a:defRPr sz="2000">
                <a:solidFill>
                  <a:srgbClr val="444444"/>
                </a:solidFill>
              </a:defRPr>
            </a:pPr>
            <a:r>
              <a:t>Machine learning is a subset of artificial intelligence</a:t>
            </a:r>
          </a:p>
          <a:p>
            <a:pPr>
              <a:defRPr sz="2000">
                <a:solidFill>
                  <a:srgbClr val="444444"/>
                </a:solidFill>
              </a:defRPr>
            </a:pPr>
            <a:r>
              <a:t>Enables systems to learn from data without programming</a:t>
            </a:r>
          </a:p>
          <a:p>
            <a:pPr>
              <a:defRPr sz="2000">
                <a:solidFill>
                  <a:srgbClr val="444444"/>
                </a:solidFill>
              </a:defRPr>
            </a:pPr>
            <a:r>
              <a:t>Involves training models on datasets for prediction</a:t>
            </a:r>
          </a:p>
          <a:p>
            <a:pPr>
              <a:defRPr sz="2000">
                <a:solidFill>
                  <a:srgbClr val="444444"/>
                </a:solidFill>
              </a:defRPr>
            </a:pPr>
            <a:r>
              <a:t>Supervised learning uses labeled data for training</a:t>
            </a:r>
          </a:p>
          <a:p>
            <a:pPr>
              <a:defRPr sz="2000">
                <a:solidFill>
                  <a:srgbClr val="444444"/>
                </a:solidFill>
              </a:defRPr>
            </a:pPr>
            <a:r>
              <a:t>Unsupervised learning uses unlabeled data for pattern</a:t>
            </a:r>
          </a:p>
          <a:p>
            <a:pPr>
              <a:defRPr sz="2000">
                <a:solidFill>
                  <a:srgbClr val="444444"/>
                </a:solidFill>
              </a:defRPr>
            </a:pPr>
            <a:r>
              <a:t>Reinforcement learning uses rewards for decision-making</a:t>
            </a:r>
          </a:p>
          <a:p>
            <a:pPr>
              <a:defRPr sz="2000">
                <a:solidFill>
                  <a:srgbClr val="444444"/>
                </a:solidFill>
              </a:defRPr>
            </a:pPr>
            <a:r>
              <a:t>Deep learning is a type of machine learning technique</a:t>
            </a:r>
          </a:p>
          <a:p>
            <a:pPr>
              <a:defRPr sz="2000">
                <a:solidFill>
                  <a:srgbClr val="444444"/>
                </a:solidFill>
              </a:defRPr>
            </a:pPr>
            <a:r>
              <a:t>Neural networks are used for complex data analysis</a:t>
            </a:r>
          </a:p>
          <a:p>
            <a:pPr>
              <a:defRPr sz="2000">
                <a:solidFill>
                  <a:srgbClr val="444444"/>
                </a:solidFill>
              </a:defRPr>
            </a:pPr>
            <a:r>
              <a:t>Natural language processing is a key application area</a:t>
            </a:r>
          </a:p>
          <a:p>
            <a:pPr>
              <a:defRPr sz="2000">
                <a:solidFill>
                  <a:srgbClr val="444444"/>
                </a:solidFill>
              </a:defRPr>
            </a:pPr>
            <a:r>
              <a:t>Computer vision is another significant application domain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Part 2: Introduction to Machine Learning Fundamentals</a:t>
            </a:r>
          </a:p>
        </p:txBody>
      </p:sp>
      <p:sp>
        <p:nvSpPr>
          <p:cNvPr id="3" name="Content Placeholder 2"/>
          <p:cNvSpPr>
            <a:spLocks noGrp="1"/>
          </p:cNvSpPr>
          <p:nvPr>
            <p:ph idx="1"/>
          </p:nvPr>
        </p:nvSpPr>
        <p:spPr/>
        <p:txBody>
          <a:bodyPr/>
          <a:lstStyle/>
          <a:p>
            <a:pPr>
              <a:defRPr sz="2000">
                <a:solidFill>
                  <a:srgbClr val="444444"/>
                </a:solidFill>
              </a:defRPr>
            </a:pPr>
            <a:r>
              <a:t>Machine learning is a subset of artificial intelligence techniques</a:t>
            </a:r>
          </a:p>
          <a:p>
            <a:pPr>
              <a:defRPr sz="2000">
                <a:solidFill>
                  <a:srgbClr val="444444"/>
                </a:solidFill>
              </a:defRPr>
            </a:pPr>
            <a:r>
              <a:t>Enables systems to learn from data without explicit programming</a:t>
            </a:r>
          </a:p>
          <a:p>
            <a:pPr>
              <a:defRPr sz="2000">
                <a:solidFill>
                  <a:srgbClr val="444444"/>
                </a:solidFill>
              </a:defRPr>
            </a:pPr>
            <a:r>
              <a:t>Involves training models on data to make predictions or decisions</a:t>
            </a:r>
          </a:p>
          <a:p>
            <a:pPr>
              <a:defRPr sz="2000">
                <a:solidFill>
                  <a:srgbClr val="444444"/>
                </a:solidFill>
              </a:defRPr>
            </a:pPr>
            <a:r>
              <a:t>Supervised learning uses labeled data for model training purposes</a:t>
            </a:r>
          </a:p>
          <a:p>
            <a:pPr>
              <a:defRPr sz="2000">
                <a:solidFill>
                  <a:srgbClr val="444444"/>
                </a:solidFill>
              </a:defRPr>
            </a:pPr>
            <a:r>
              <a:t>Unsupervised learning discovers patterns in unlabeled datasets effectively</a:t>
            </a:r>
          </a:p>
          <a:p>
            <a:pPr>
              <a:defRPr sz="2000">
                <a:solidFill>
                  <a:srgbClr val="444444"/>
                </a:solidFill>
              </a:defRPr>
            </a:pPr>
            <a:r>
              <a:t>Reinforcement learning optimizes actions based on feedback mechanisms</a:t>
            </a:r>
          </a:p>
          <a:p>
            <a:pPr>
              <a:defRPr sz="2000">
                <a:solidFill>
                  <a:srgbClr val="444444"/>
                </a:solidFill>
              </a:defRPr>
            </a:pPr>
            <a:r>
              <a:t>Deep learning utilizes neural networks for complex problem solving</a:t>
            </a:r>
          </a:p>
          <a:p>
            <a:pPr>
              <a:defRPr sz="2000">
                <a:solidFill>
                  <a:srgbClr val="444444"/>
                </a:solidFill>
              </a:defRPr>
            </a:pPr>
            <a:r>
              <a:t>Natural language processing applies machine learning to text analysis</a:t>
            </a:r>
          </a:p>
          <a:p>
            <a:pPr>
              <a:defRPr sz="2000">
                <a:solidFill>
                  <a:srgbClr val="444444"/>
                </a:solidFill>
              </a:defRPr>
            </a:pPr>
            <a:r>
              <a:t>Computer vision enables machines to interpret visual data accurately</a:t>
            </a:r>
          </a:p>
          <a:p>
            <a:pPr>
              <a:defRPr sz="2000">
                <a:solidFill>
                  <a:srgbClr val="444444"/>
                </a:solidFill>
              </a:defRPr>
            </a:pPr>
            <a:r>
              <a:t>Machine learning has numerous applications across industries globally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Part 3: Introduction to Machine Learning Fundamentals</a:t>
            </a:r>
          </a:p>
        </p:txBody>
      </p:sp>
      <p:sp>
        <p:nvSpPr>
          <p:cNvPr id="3" name="Content Placeholder 2"/>
          <p:cNvSpPr>
            <a:spLocks noGrp="1"/>
          </p:cNvSpPr>
          <p:nvPr>
            <p:ph idx="1"/>
          </p:nvPr>
        </p:nvSpPr>
        <p:spPr/>
        <p:txBody>
          <a:bodyPr/>
          <a:lstStyle/>
          <a:p>
            <a:pPr>
              <a:defRPr sz="2000">
                <a:solidFill>
                  <a:srgbClr val="444444"/>
                </a:solidFill>
              </a:defRPr>
            </a:pPr>
            <a:r>
              <a:t>Machine learning is a subset of artificial intelligence techniques</a:t>
            </a:r>
          </a:p>
          <a:p>
            <a:pPr>
              <a:defRPr sz="2000">
                <a:solidFill>
                  <a:srgbClr val="444444"/>
                </a:solidFill>
              </a:defRPr>
            </a:pPr>
            <a:r>
              <a:t>Enables systems to learn from data without programming</a:t>
            </a:r>
          </a:p>
          <a:p>
            <a:pPr>
              <a:defRPr sz="2000">
                <a:solidFill>
                  <a:srgbClr val="444444"/>
                </a:solidFill>
              </a:defRPr>
            </a:pPr>
            <a:r>
              <a:t>Involves training models on datasets to make predictions</a:t>
            </a:r>
          </a:p>
          <a:p>
            <a:pPr>
              <a:defRPr sz="2000">
                <a:solidFill>
                  <a:srgbClr val="444444"/>
                </a:solidFill>
              </a:defRPr>
            </a:pPr>
            <a:r>
              <a:t>Supervised learning uses labeled data for model training</a:t>
            </a:r>
          </a:p>
          <a:p>
            <a:pPr>
              <a:defRPr sz="2000">
                <a:solidFill>
                  <a:srgbClr val="444444"/>
                </a:solidFill>
              </a:defRPr>
            </a:pPr>
            <a:r>
              <a:t>Unsupervised learning uses unlabeled data for pattern discovery</a:t>
            </a:r>
          </a:p>
          <a:p>
            <a:pPr>
              <a:defRPr sz="2000">
                <a:solidFill>
                  <a:srgbClr val="444444"/>
                </a:solidFill>
              </a:defRPr>
            </a:pPr>
            <a:r>
              <a:t>Reinforcement learning uses rewards to optimize actions</a:t>
            </a:r>
          </a:p>
          <a:p>
            <a:pPr>
              <a:defRPr sz="2000">
                <a:solidFill>
                  <a:srgbClr val="444444"/>
                </a:solidFill>
              </a:defRPr>
            </a:pPr>
            <a:r>
              <a:t>Deep learning is a type of machine learning using neural networks</a:t>
            </a:r>
          </a:p>
          <a:p>
            <a:pPr>
              <a:defRPr sz="2000">
                <a:solidFill>
                  <a:srgbClr val="444444"/>
                </a:solidFill>
              </a:defRPr>
            </a:pPr>
            <a:r>
              <a:t>Natural language processing is a key machine learning application</a:t>
            </a:r>
          </a:p>
          <a:p>
            <a:pPr>
              <a:defRPr sz="2000">
                <a:solidFill>
                  <a:srgbClr val="444444"/>
                </a:solidFill>
              </a:defRPr>
            </a:pPr>
            <a:r>
              <a:t>Computer vision is another significant machine learning application</a:t>
            </a:r>
          </a:p>
          <a:p>
            <a:pPr>
              <a:defRPr sz="2000">
                <a:solidFill>
                  <a:srgbClr val="444444"/>
                </a:solidFill>
              </a:defRPr>
            </a:pPr>
            <a:r>
              <a:t>Machine learning has numerous applications in industry and research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Machine Learning Types</a:t>
            </a:r>
          </a:p>
        </p:txBody>
      </p:sp>
      <p:sp>
        <p:nvSpPr>
          <p:cNvPr id="3" name="Content Placeholder 2"/>
          <p:cNvSpPr>
            <a:spLocks noGrp="1"/>
          </p:cNvSpPr>
          <p:nvPr>
            <p:ph idx="1"/>
          </p:nvPr>
        </p:nvSpPr>
        <p:spPr/>
        <p:txBody>
          <a:bodyPr/>
          <a:lstStyle/>
          <a:p>
            <a:pPr>
              <a:defRPr sz="2000">
                <a:solidFill>
                  <a:srgbClr val="444444"/>
                </a:solidFill>
              </a:defRPr>
            </a:pPr>
            <a:r>
              <a:t>Supervised Learning: Trained on labeled data examples</a:t>
            </a:r>
          </a:p>
          <a:p>
            <a:pPr>
              <a:defRPr sz="2000">
                <a:solidFill>
                  <a:srgbClr val="444444"/>
                </a:solidFill>
              </a:defRPr>
            </a:pPr>
            <a:r>
              <a:t>Unsupervised Learning: Identifies patterns in unlabeled data</a:t>
            </a:r>
          </a:p>
          <a:p>
            <a:pPr>
              <a:defRPr sz="2000">
                <a:solidFill>
                  <a:srgbClr val="444444"/>
                </a:solidFill>
              </a:defRPr>
            </a:pPr>
            <a:r>
              <a:t>Semi-Supervised Learning: Combines labeled and unlabeled data</a:t>
            </a:r>
          </a:p>
          <a:p>
            <a:pPr>
              <a:defRPr sz="2000">
                <a:solidFill>
                  <a:srgbClr val="444444"/>
                </a:solidFill>
              </a:defRPr>
            </a:pPr>
            <a:r>
              <a:t>Reinforcement Learning: Learns from trial and error interactions</a:t>
            </a:r>
          </a:p>
          <a:p>
            <a:pPr>
              <a:defRPr sz="2000">
                <a:solidFill>
                  <a:srgbClr val="444444"/>
                </a:solidFill>
              </a:defRPr>
            </a:pPr>
            <a:r>
              <a:t>Deep Learning: Uses neural networks for complex tasks</a:t>
            </a:r>
          </a:p>
          <a:p>
            <a:pPr>
              <a:defRPr sz="2000">
                <a:solidFill>
                  <a:srgbClr val="444444"/>
                </a:solidFill>
              </a:defRPr>
            </a:pPr>
            <a:r>
              <a:t>Regression: Predicts continuous output variables accurately</a:t>
            </a:r>
          </a:p>
          <a:p>
            <a:pPr>
              <a:defRPr sz="2000">
                <a:solidFill>
                  <a:srgbClr val="444444"/>
                </a:solidFill>
              </a:defRPr>
            </a:pPr>
            <a:r>
              <a:t>Classification: Predicts categorical output variables correctly</a:t>
            </a:r>
          </a:p>
          <a:p>
            <a:pPr>
              <a:defRPr sz="2000">
                <a:solidFill>
                  <a:srgbClr val="444444"/>
                </a:solidFill>
              </a:defRPr>
            </a:pPr>
            <a:r>
              <a:t>Clustering: Groups similar data points into clusters</a:t>
            </a:r>
          </a:p>
          <a:p>
            <a:pPr>
              <a:defRPr sz="2000">
                <a:solidFill>
                  <a:srgbClr val="444444"/>
                </a:solidFill>
              </a:defRPr>
            </a:pPr>
            <a:r>
              <a:t>Dimensionality Reduction: Simplifies complex data representations</a:t>
            </a:r>
          </a:p>
          <a:p>
            <a:pPr>
              <a:defRPr sz="2000">
                <a:solidFill>
                  <a:srgbClr val="444444"/>
                </a:solidFill>
              </a:defRPr>
            </a:pPr>
            <a:r>
              <a:t>Anomaly Detection: Identifies unusual data patterns efficiently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Part 2: Exploring Machine Learning Types and Applications</a:t>
            </a:r>
          </a:p>
        </p:txBody>
      </p:sp>
      <p:sp>
        <p:nvSpPr>
          <p:cNvPr id="3" name="Content Placeholder 2"/>
          <p:cNvSpPr>
            <a:spLocks noGrp="1"/>
          </p:cNvSpPr>
          <p:nvPr>
            <p:ph idx="1"/>
          </p:nvPr>
        </p:nvSpPr>
        <p:spPr/>
        <p:txBody>
          <a:bodyPr/>
          <a:lstStyle/>
          <a:p>
            <a:pPr>
              <a:defRPr sz="2000">
                <a:solidFill>
                  <a:srgbClr val="444444"/>
                </a:solidFill>
              </a:defRPr>
            </a:pPr>
            <a:r>
              <a:t>Supervised Learning: Training with labeled datasets for predictions</a:t>
            </a:r>
          </a:p>
          <a:p>
            <a:pPr>
              <a:defRPr sz="2000">
                <a:solidFill>
                  <a:srgbClr val="444444"/>
                </a:solidFill>
              </a:defRPr>
            </a:pPr>
            <a:r>
              <a:t>Unsupervised Learning: Discovering patterns in unlabeled data</a:t>
            </a:r>
          </a:p>
          <a:p>
            <a:pPr>
              <a:defRPr sz="2000">
                <a:solidFill>
                  <a:srgbClr val="444444"/>
                </a:solidFill>
              </a:defRPr>
            </a:pPr>
            <a:r>
              <a:t>Semi-Supervised Learning: Combining labeled and unlabeled data</a:t>
            </a:r>
          </a:p>
          <a:p>
            <a:pPr>
              <a:defRPr sz="2000">
                <a:solidFill>
                  <a:srgbClr val="444444"/>
                </a:solidFill>
              </a:defRPr>
            </a:pPr>
            <a:r>
              <a:t>Reinforcement Learning: Learning through trial and error interactions</a:t>
            </a:r>
          </a:p>
          <a:p>
            <a:pPr>
              <a:defRPr sz="2000">
                <a:solidFill>
                  <a:srgbClr val="444444"/>
                </a:solidFill>
              </a:defRPr>
            </a:pPr>
            <a:r>
              <a:t>Deep Learning: Using neural networks for complex data analysis</a:t>
            </a:r>
          </a:p>
          <a:p>
            <a:pPr>
              <a:defRPr sz="2000">
                <a:solidFill>
                  <a:srgbClr val="444444"/>
                </a:solidFill>
              </a:defRPr>
            </a:pPr>
            <a:r>
              <a:t>Transfer Learning: Applying pre-trained models to new tasks</a:t>
            </a:r>
          </a:p>
          <a:p>
            <a:pPr>
              <a:defRPr sz="2000">
                <a:solidFill>
                  <a:srgbClr val="444444"/>
                </a:solidFill>
              </a:defRPr>
            </a:pPr>
            <a:r>
              <a:t>Self-Supervised Learning: Training models with self-generated labels</a:t>
            </a:r>
          </a:p>
          <a:p>
            <a:pPr>
              <a:defRPr sz="2000">
                <a:solidFill>
                  <a:srgbClr val="444444"/>
                </a:solidFill>
              </a:defRPr>
            </a:pPr>
            <a:r>
              <a:t>Multi-Task Learning: Simultaneously learning multiple related tasks</a:t>
            </a:r>
          </a:p>
          <a:p>
            <a:pPr>
              <a:defRPr sz="2000">
                <a:solidFill>
                  <a:srgbClr val="444444"/>
                </a:solidFill>
              </a:defRPr>
            </a:pPr>
            <a:r>
              <a:t>Meta-Learning: Training models to adapt to new tasks quickly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