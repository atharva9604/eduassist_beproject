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CNNs.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This slide will be provided by the user, so there's no need to add any content or 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This slide will be provided by the user, so there's no need to add any content or 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This slide will be provided by the user, so there's no need to add any content or 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This slide will be provided by the user, so there's no need to add any content or 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This slide will be provided by the user, so there's no need to add any content or speaker 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Convolutional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0acfd5c73e4144679b09f4448fae987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886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Convolution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3541c25b824a4328884a0bbd953f15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13822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Pooling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5549b3c73694c398e8551502e30051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CNN Architecture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54f26167591d4507b7a95c0f2ce6c3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7b6606c26dae490fb344f3299576bb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0311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