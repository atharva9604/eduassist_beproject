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 Communication and Networking presentation covering multiple topics. Today we'll explore: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computer networks, explaining how devices are interconnected to share resources. Discuss network categories, topology, and internet protocol suite. Provide examples of network devices and wireless networks. Ask students about their experiences with different types of networks and key challenges in network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 Communication and Networking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Introduction</a:t>
            </a:r>
          </a:p>
        </p:txBody>
      </p:sp>
      <p:sp>
        <p:nvSpPr>
          <p:cNvPr id="3" name="Content Placeholder 2"/>
          <p:cNvSpPr>
            <a:spLocks noGrp="1"/>
          </p:cNvSpPr>
          <p:nvPr>
            <p:ph idx="1"/>
          </p:nvPr>
        </p:nvSpPr>
        <p:spPr/>
        <p:txBody>
          <a:bodyPr/>
          <a:lstStyle/>
          <a:p>
            <a:pPr>
              <a:defRPr sz="2000">
                <a:solidFill>
                  <a:srgbClr val="444444"/>
                </a:solidFill>
              </a:defRPr>
            </a:pPr>
            <a:r>
              <a:t>Computer networks defined as interconnected devices</a:t>
            </a:r>
          </a:p>
          <a:p>
            <a:pPr>
              <a:defRPr sz="2000">
                <a:solidFill>
                  <a:srgbClr val="444444"/>
                </a:solidFill>
              </a:defRPr>
            </a:pPr>
            <a:r>
              <a:t>Sharing resources like files, printers, internet</a:t>
            </a:r>
          </a:p>
          <a:p>
            <a:pPr>
              <a:defRPr sz="2000">
                <a:solidFill>
                  <a:srgbClr val="444444"/>
                </a:solidFill>
              </a:defRPr>
            </a:pPr>
            <a:r>
              <a:t>Networks categorized by size: LAN, MAN, WAN</a:t>
            </a:r>
          </a:p>
          <a:p>
            <a:pPr>
              <a:defRPr sz="2000">
                <a:solidFill>
                  <a:srgbClr val="444444"/>
                </a:solidFill>
              </a:defRPr>
            </a:pPr>
            <a:r>
              <a:t>Network topology: bus, star, ring, mesh</a:t>
            </a:r>
          </a:p>
          <a:p>
            <a:pPr>
              <a:defRPr sz="2000">
                <a:solidFill>
                  <a:srgbClr val="444444"/>
                </a:solidFill>
              </a:defRPr>
            </a:pPr>
            <a:r>
              <a:t>Networks enable communication and data exchange</a:t>
            </a:r>
          </a:p>
          <a:p>
            <a:pPr>
              <a:defRPr sz="2000">
                <a:solidFill>
                  <a:srgbClr val="444444"/>
                </a:solidFill>
              </a:defRPr>
            </a:pPr>
            <a:r>
              <a:t>Internet protocol suite: TCP/IP, HTTP, FTP</a:t>
            </a:r>
          </a:p>
          <a:p>
            <a:pPr>
              <a:defRPr sz="2000">
                <a:solidFill>
                  <a:srgbClr val="444444"/>
                </a:solidFill>
              </a:defRPr>
            </a:pPr>
            <a:r>
              <a:t>Network security: firewalls, encryption, access control</a:t>
            </a:r>
          </a:p>
          <a:p>
            <a:pPr>
              <a:defRPr sz="2000">
                <a:solidFill>
                  <a:srgbClr val="444444"/>
                </a:solidFill>
              </a:defRPr>
            </a:pPr>
            <a:r>
              <a:t>Network devices: routers, switches, modems, hubs</a:t>
            </a:r>
          </a:p>
          <a:p>
            <a:pPr>
              <a:defRPr sz="2000">
                <a:solidFill>
                  <a:srgbClr val="444444"/>
                </a:solidFill>
              </a:defRPr>
            </a:pPr>
            <a:r>
              <a:t>Wireless networks: Wi-Fi, Bluetooth, infrared</a:t>
            </a:r>
          </a:p>
        </p:txBody>
      </p:sp>
      <p:pic>
        <p:nvPicPr>
          <p:cNvPr id="4" name="Picture 3" descr="09d32ab2d45f4f188568f774ea53cb28_create_a_3-slide_ppt_on_computer_network.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2</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