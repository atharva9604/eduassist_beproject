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Summary &amp; Key Takeaways in the context of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biology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Introduction in the context of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Introduction relevant to biology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Introduction in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Introduction in biology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Core Concept / Architecture in the context of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Core Concept / Architecture relevant to biology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Core Concept / Architecture in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Core Concept / Architecture in biology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Mathematical / Logical Explanation in the context of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Mathematical / Logical Explanation relevant to biology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Mathematical / Logical Explanation in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Mathematical / Logical Explanation in biology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Applications / Use Cases in the context of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Applications / Use Cases relevant to biology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Applications / Use Cases in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Applications / Use Cases in biology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Summary &amp; Key Takeaways in the context of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Summary &amp; Key Takeaways relevant to biology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Summary &amp; Key Takeaways in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Summary &amp; Key Takeaways in biology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