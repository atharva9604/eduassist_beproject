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in the context of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in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in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Core Concept / Architecture in the context of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Core Concept / Architecture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Core Concept / Architecture in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Core Concept / Architecture in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Mathematical / Logical Explanation in the context of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Mathematical / Logical Explanation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Mathematical / Logical Explanation in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Mathematical / Logical Explanation in Deep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Applications / Use Cases in the context of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Applications / Use Cases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Applications / Use Cases in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Applications / Use Cases in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