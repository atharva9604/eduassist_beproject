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Create a 5-slide PPT on RNNs., Subject: Deep Learning, Use the default slide structure., Generate all content yourself., Add relevant images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temporal relationships. Give examples of NLP tasks, such as language translation or text summarization, and explain how RNNs can learn from experience. Discuss the basic architecture and introduce key variants like LSTMs and GRUs. Ask students to consider scenarios where RNNs would be more suitable than other neural network types. Key takeaways should include understanding the role of feedback connections and the importance of RNNs in deep learning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Introduce the concept of Recurrent Neural Networks and their applications. Explain the basic RNN architecture and how it processes sequential data. Discuss the challenges of training RNNs, such as vanishing gradients, and introduce the concept of Long Short-Term Memory networks as a solution. Ask students to consider examples of sequential data and how RNNs can be applied to these problems. Key takeaways include understanding the basic RNN architecture and its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discussing RNN variants, emphasize the importance of choosing the right architecture for the task at hand. For example, LSTMs are well-suited for tasks that require long-term memory, such as language modeling. GRUs, on the other hand, are more efficient and can be used for tasks that require faster computation. Ask students to consider the trade-offs between different variants and how they can be used to improve performance on specific tasks. Key takeaways include understanding the strengths and weaknesses of each variant and being able to select the most appropriate one for a given problem.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machine learning approach that uses neural networks to analyze data. Provide examples of how deep learning is used in everyday applications, such as image recognition and speech recognition. Ask students to consider how deep learning can be applied to real-world problems. Key takeaways include understanding the basics of deep learning and its potential to drive innovation in various fields. Emphasize the importance of large datasets and computational power in enabling deep learning. Encourage students to explore current developments and advancements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connection to machine learning and neural networks. Explain that deep learning is particularly useful for complex data sets like images and speech. Provide examples of applications such as self-driving cars and virtual assistants. Ask students to consider the limitations and challenges of deep learning, such as the need for large datasets and computational resources. Key takeaways should include understanding the basic architecture of a deep learning model and the importance of activation functions and backpropagation in the training process.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Create a 5-slide PPT on RNNs., Subject: Deep Learning, Use the default slide structure., Generate all content yourself., Add relevant images automatically.</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(RNNs) for sequential data</a:t>
            </a:r>
          </a:p>
          <a:p>
            <a:pPr>
              <a:defRPr sz="2000">
                <a:solidFill>
                  <a:srgbClr val="444444"/>
                </a:solidFill>
              </a:defRPr>
            </a:pPr>
            <a:r>
              <a:t>RNNs have feedback connections for temporal relationships</a:t>
            </a:r>
          </a:p>
          <a:p>
            <a:pPr>
              <a:defRPr sz="2000">
                <a:solidFill>
                  <a:srgbClr val="444444"/>
                </a:solidFill>
              </a:defRPr>
            </a:pPr>
            <a:r>
              <a:t>Used in Natural Language Processing (NLP) tasks</a:t>
            </a:r>
          </a:p>
          <a:p>
            <a:pPr>
              <a:defRPr sz="2000">
                <a:solidFill>
                  <a:srgbClr val="444444"/>
                </a:solidFill>
              </a:defRPr>
            </a:pPr>
            <a:r>
              <a:t>Also applied in speech recognition and generation</a:t>
            </a:r>
          </a:p>
          <a:p>
            <a:pPr>
              <a:defRPr sz="2000">
                <a:solidFill>
                  <a:srgbClr val="444444"/>
                </a:solidFill>
              </a:defRPr>
            </a:pPr>
            <a:r>
              <a:t>Handle variable-length input sequences effectively</a:t>
            </a:r>
          </a:p>
          <a:p>
            <a:pPr>
              <a:defRPr sz="2000">
                <a:solidFill>
                  <a:srgbClr val="444444"/>
                </a:solidFill>
              </a:defRPr>
            </a:pPr>
            <a:r>
              <a:t>Long Short-Term Memory (LSTM) networks are a type</a:t>
            </a:r>
          </a:p>
          <a:p>
            <a:pPr>
              <a:defRPr sz="2000">
                <a:solidFill>
                  <a:srgbClr val="444444"/>
                </a:solidFill>
              </a:defRPr>
            </a:pPr>
            <a:r>
              <a:t>Gated Recurrent Units (GRUs) are another variant</a:t>
            </a:r>
          </a:p>
          <a:p>
            <a:pPr>
              <a:defRPr sz="2000">
                <a:solidFill>
                  <a:srgbClr val="444444"/>
                </a:solidFill>
              </a:defRPr>
            </a:pPr>
            <a:r>
              <a:t>RNNs can learn from experience, not just training data</a:t>
            </a:r>
          </a:p>
          <a:p>
            <a:pPr>
              <a:defRPr sz="2000">
                <a:solidFill>
                  <a:srgbClr val="444444"/>
                </a:solidFill>
              </a:defRPr>
            </a:pPr>
            <a:r>
              <a:t>Basic RNN architecture includes input, hidden, output</a:t>
            </a:r>
          </a:p>
        </p:txBody>
      </p:sp>
      <p:pic>
        <p:nvPicPr>
          <p:cNvPr id="4" name="Picture 3" descr="b58b71ceea4041bf9a62445781a68e2d_create_a_5-slide_ppt_on_rnns_subject_dee.jpg"/>
          <p:cNvPicPr>
            <a:picLocks noChangeAspect="1"/>
          </p:cNvPicPr>
          <p:nvPr/>
        </p:nvPicPr>
        <p:blipFill>
          <a:blip r:embed="rId2"/>
          <a:stretch>
            <a:fillRect/>
          </a:stretch>
        </p:blipFill>
        <p:spPr>
          <a:xfrm>
            <a:off x="7315200" y="1828800"/>
            <a:ext cx="4114800" cy="264033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to capture time dependencies</a:t>
            </a:r>
          </a:p>
          <a:p>
            <a:pPr>
              <a:defRPr sz="2000">
                <a:solidFill>
                  <a:srgbClr val="444444"/>
                </a:solidFill>
              </a:defRPr>
            </a:pPr>
            <a:r>
              <a:t>Used in natural language processing and speech recognition</a:t>
            </a:r>
          </a:p>
          <a:p>
            <a:pPr>
              <a:defRPr sz="2000">
                <a:solidFill>
                  <a:srgbClr val="444444"/>
                </a:solidFill>
              </a:defRPr>
            </a:pPr>
            <a:r>
              <a:t>Effective for time series forecasting and prediction tasks</a:t>
            </a:r>
          </a:p>
          <a:p>
            <a:pPr>
              <a:defRPr sz="2000">
                <a:solidFill>
                  <a:srgbClr val="444444"/>
                </a:solidFill>
              </a:defRPr>
            </a:pPr>
            <a:r>
              <a:t>RNNs can learn from experience and improve over time</a:t>
            </a:r>
          </a:p>
          <a:p>
            <a:pPr>
              <a:defRPr sz="2000">
                <a:solidFill>
                  <a:srgbClr val="444444"/>
                </a:solidFill>
              </a:defRPr>
            </a:pPr>
            <a:r>
              <a:t>Basic RNN architecture includes input, hidden, and output layers</a:t>
            </a:r>
          </a:p>
          <a:p>
            <a:pPr>
              <a:defRPr sz="2000">
                <a:solidFill>
                  <a:srgbClr val="444444"/>
                </a:solidFill>
              </a:defRPr>
            </a:pPr>
            <a:r>
              <a:t>Hidden layer retains information from previous time steps</a:t>
            </a:r>
          </a:p>
          <a:p>
            <a:pPr>
              <a:defRPr sz="2000">
                <a:solidFill>
                  <a:srgbClr val="444444"/>
                </a:solidFill>
              </a:defRPr>
            </a:pPr>
            <a:r>
              <a:t>RNNs can be trained using backpropagation through time</a:t>
            </a:r>
          </a:p>
          <a:p>
            <a:pPr>
              <a:defRPr sz="2000">
                <a:solidFill>
                  <a:srgbClr val="444444"/>
                </a:solidFill>
              </a:defRPr>
            </a:pPr>
            <a:r>
              <a:t>Vanishing gradients affect RNN training and performance</a:t>
            </a:r>
          </a:p>
          <a:p>
            <a:pPr>
              <a:defRPr sz="2000">
                <a:solidFill>
                  <a:srgbClr val="444444"/>
                </a:solidFill>
              </a:defRPr>
            </a:pPr>
            <a:r>
              <a:t>Long Short-Term Memory networks address vanishing gradient issue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Create a 5-slide PPT on RNNs. - Variants</a:t>
            </a:r>
          </a:p>
        </p:txBody>
      </p:sp>
      <p:sp>
        <p:nvSpPr>
          <p:cNvPr id="3" name="Content Placeholder 2"/>
          <p:cNvSpPr>
            <a:spLocks noGrp="1"/>
          </p:cNvSpPr>
          <p:nvPr>
            <p:ph idx="1"/>
          </p:nvPr>
        </p:nvSpPr>
        <p:spPr/>
        <p:txBody>
          <a:bodyPr/>
          <a:lstStyle/>
          <a:p>
            <a:pPr>
              <a:defRPr sz="2000">
                <a:solidFill>
                  <a:srgbClr val="444444"/>
                </a:solidFill>
              </a:defRPr>
            </a:pPr>
            <a:r>
              <a:t>Simple RNNs have feedback connections to previous layers</a:t>
            </a:r>
          </a:p>
          <a:p>
            <a:pPr>
              <a:defRPr sz="2000">
                <a:solidFill>
                  <a:srgbClr val="444444"/>
                </a:solidFill>
              </a:defRPr>
            </a:pPr>
            <a:r>
              <a:t>LSTM networks use memory cells for long-term learning</a:t>
            </a:r>
          </a:p>
          <a:p>
            <a:pPr>
              <a:defRPr sz="2000">
                <a:solidFill>
                  <a:srgbClr val="444444"/>
                </a:solidFill>
              </a:defRPr>
            </a:pPr>
            <a:r>
              <a:t>GRU networks use gates for efficient computation</a:t>
            </a:r>
          </a:p>
          <a:p>
            <a:pPr>
              <a:defRPr sz="2000">
                <a:solidFill>
                  <a:srgbClr val="444444"/>
                </a:solidFill>
              </a:defRPr>
            </a:pPr>
            <a:r>
              <a:t>Bidirectional RNNs process input sequences in both directions</a:t>
            </a:r>
          </a:p>
          <a:p>
            <a:pPr>
              <a:defRPr sz="2000">
                <a:solidFill>
                  <a:srgbClr val="444444"/>
                </a:solidFill>
              </a:defRPr>
            </a:pPr>
            <a:r>
              <a:t>Deep RNNs stack multiple layers for complex tasks</a:t>
            </a:r>
          </a:p>
          <a:p>
            <a:pPr>
              <a:defRPr sz="2000">
                <a:solidFill>
                  <a:srgbClr val="444444"/>
                </a:solidFill>
              </a:defRPr>
            </a:pPr>
            <a:r>
              <a:t>Residual RNNs use residual connections for easier training</a:t>
            </a:r>
          </a:p>
          <a:p>
            <a:pPr>
              <a:defRPr sz="2000">
                <a:solidFill>
                  <a:srgbClr val="444444"/>
                </a:solidFill>
              </a:defRPr>
            </a:pPr>
            <a:r>
              <a:t>Gated RNNs use gates for controlling information flow</a:t>
            </a:r>
          </a:p>
          <a:p>
            <a:pPr>
              <a:defRPr sz="2000">
                <a:solidFill>
                  <a:srgbClr val="444444"/>
                </a:solidFill>
              </a:defRPr>
            </a:pPr>
            <a:r>
              <a:t>Hybrid RNNs combine different variants for improved performance</a:t>
            </a:r>
          </a:p>
          <a:p>
            <a:pPr>
              <a:defRPr sz="2000">
                <a:solidFill>
                  <a:srgbClr val="444444"/>
                </a:solidFill>
              </a:defRPr>
            </a:pPr>
            <a:r>
              <a:t>RNNs can be used for both supervised and unsupervised learning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Enables computers to learn from experience</a:t>
            </a:r>
          </a:p>
          <a:p>
            <a:pPr>
              <a:defRPr sz="2000">
                <a:solidFill>
                  <a:srgbClr val="444444"/>
                </a:solidFill>
              </a:defRPr>
            </a:pPr>
            <a:r>
              <a:t>Improves performance on complex tasks over time</a:t>
            </a:r>
          </a:p>
          <a:p>
            <a:pPr>
              <a:defRPr sz="2000">
                <a:solidFill>
                  <a:srgbClr val="444444"/>
                </a:solidFill>
              </a:defRPr>
            </a:pPr>
            <a:r>
              <a:t>Requires large amounts of data and computing power</a:t>
            </a:r>
          </a:p>
          <a:p>
            <a:pPr>
              <a:defRPr sz="2000">
                <a:solidFill>
                  <a:srgbClr val="444444"/>
                </a:solidFill>
              </a:defRPr>
            </a:pPr>
            <a:r>
              <a:t>Has many applications in computer vision and speech</a:t>
            </a:r>
          </a:p>
          <a:p>
            <a:pPr>
              <a:defRPr sz="2000">
                <a:solidFill>
                  <a:srgbClr val="444444"/>
                </a:solidFill>
              </a:defRPr>
            </a:pPr>
            <a:r>
              <a:t>Can be used for image recognition and natural language</a:t>
            </a:r>
          </a:p>
          <a:p>
            <a:pPr>
              <a:defRPr sz="2000">
                <a:solidFill>
                  <a:srgbClr val="444444"/>
                </a:solidFill>
              </a:defRPr>
            </a:pPr>
            <a:r>
              <a:t>Has potential to revolutionize many industries and fields</a:t>
            </a:r>
          </a:p>
          <a:p>
            <a:pPr>
              <a:defRPr sz="2000">
                <a:solidFill>
                  <a:srgbClr val="444444"/>
                </a:solidFill>
              </a:defRPr>
            </a:pPr>
            <a:r>
              <a:t>Is a rapidly evolving field with new developments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Subject: 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neural networks in the human brain</a:t>
            </a:r>
          </a:p>
          <a:p>
            <a:pPr>
              <a:defRPr sz="2000">
                <a:solidFill>
                  <a:srgbClr val="444444"/>
                </a:solidFill>
              </a:defRPr>
            </a:pPr>
            <a:r>
              <a:t>Uses multiple layers to analyze data patterns</a:t>
            </a:r>
          </a:p>
          <a:p>
            <a:pPr>
              <a:defRPr sz="2000">
                <a:solidFill>
                  <a:srgbClr val="444444"/>
                </a:solidFill>
              </a:defRPr>
            </a:pPr>
            <a:r>
              <a:t>Can learn from large datasets with minimal preprocessing</a:t>
            </a:r>
          </a:p>
          <a:p>
            <a:pPr>
              <a:defRPr sz="2000">
                <a:solidFill>
                  <a:srgbClr val="444444"/>
                </a:solidFill>
              </a:defRPr>
            </a:pPr>
            <a:r>
              <a:t>Applications in image recognition and natural language</a:t>
            </a:r>
          </a:p>
          <a:p>
            <a:pPr>
              <a:defRPr sz="2000">
                <a:solidFill>
                  <a:srgbClr val="444444"/>
                </a:solidFill>
              </a:defRPr>
            </a:pPr>
            <a:r>
              <a:t>Requires significant computational resources and data</a:t>
            </a:r>
          </a:p>
          <a:p>
            <a:pPr>
              <a:defRPr sz="2000">
                <a:solidFill>
                  <a:srgbClr val="444444"/>
                </a:solidFill>
              </a:defRPr>
            </a:pPr>
            <a:r>
              <a:t>Key concepts include convolution and pooling layers</a:t>
            </a:r>
          </a:p>
          <a:p>
            <a:pPr>
              <a:defRPr sz="2000">
                <a:solidFill>
                  <a:srgbClr val="444444"/>
                </a:solidFill>
              </a:defRPr>
            </a:pPr>
            <a:r>
              <a:t>Activation functions like ReLU and sigmoid are used</a:t>
            </a:r>
          </a:p>
          <a:p>
            <a:pPr>
              <a:defRPr sz="2000">
                <a:solidFill>
                  <a:srgbClr val="444444"/>
                </a:solidFill>
              </a:defRPr>
            </a:pPr>
            <a:r>
              <a:t>Deep learning models can be trained using backpropagation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