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RNNs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O(n) time complexity</a:t>
            </a:r>
          </a:p>
          <a:p>
            <a:pPr/>
            <a:r>
              <a:t>h_t = f(h_t-1, x_t)</a:t>
            </a:r>
          </a:p>
          <a:p>
            <a:pPr/>
            <a:r>
              <a:t>Backpropagation: train RNNs</a:t>
            </a:r>
          </a:p>
          <a:p>
            <a:pPr/>
            <a:r>
              <a:t>BPTT: Backpropagation Through Time</a:t>
            </a:r>
          </a:p>
          <a:p>
            <a:pPr/>
            <a:r>
              <a:t>LSTM: Long Short-Term Memory</a:t>
            </a:r>
          </a:p>
          <a:p>
            <a:pPr/>
            <a:r>
              <a:t>GRU: Gated Recurrent Unit</a:t>
            </a:r>
          </a:p>
          <a:p>
            <a:pPr/>
            <a:r>
              <a:t>Vanishing gradients: major issue</a:t>
            </a:r>
          </a:p>
        </p:txBody>
      </p:sp>
      <p:pic>
        <p:nvPicPr>
          <p:cNvPr id="4" name="Picture 3" descr="0474f908e9e4464cab7f193acc037b7f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h_t = f(h_(t-1), x_t)</a:t>
            </a:r>
          </a:p>
          <a:p>
            <a:pPr/>
            <a:r>
              <a:t>O(t) = g(h_t, x_t)</a:t>
            </a:r>
          </a:p>
          <a:p>
            <a:pPr/>
            <a:r>
              <a:t>BPTT: Backpropagation Through Time</a:t>
            </a:r>
          </a:p>
          <a:p>
            <a:pPr/>
            <a:r>
              <a:t>LSTM: Long Short-Term Memory</a:t>
            </a:r>
          </a:p>
          <a:p>
            <a:pPr/>
            <a:r>
              <a:t>GRU: Gated Recurrent Unit</a:t>
            </a:r>
          </a:p>
          <a:p>
            <a:pPr/>
            <a:r>
              <a:t>Activation: sigmoid, tanh, ReLU</a:t>
            </a:r>
          </a:p>
          <a:p>
            <a:pPr/>
            <a:r>
              <a:t>Error: MSE, Cross-Entropy</a:t>
            </a:r>
          </a:p>
        </p:txBody>
      </p:sp>
      <p:pic>
        <p:nvPicPr>
          <p:cNvPr id="4" name="Picture 3" descr="ff627445ddc04e75913c94875b6f50e6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Model temporal dependencies</a:t>
            </a:r>
          </a:p>
          <a:p>
            <a:pPr/>
            <a:r>
              <a:t>Use: Recurrent connections, h_t = f(h_t-1, x_t)</a:t>
            </a:r>
          </a:p>
          <a:p>
            <a:pPr/>
            <a:r>
              <a:t>Formula: h_t = tanh(W_h*h_t-1 + W_x*x_t)</a:t>
            </a:r>
          </a:p>
          <a:p>
            <a:pPr/>
            <a:r>
              <a:t>Error: Calculated via cross-entropy loss</a:t>
            </a:r>
          </a:p>
          <a:p>
            <a:pPr/>
            <a:r>
              <a:t>Backprop: Through time, O(n^2) complexity</a:t>
            </a:r>
          </a:p>
          <a:p>
            <a:pPr/>
            <a:r>
              <a:t>Training: Requires BPTT, truncated BPTT</a:t>
            </a:r>
          </a:p>
          <a:p>
            <a:pPr/>
            <a:r>
              <a:t>Activation: Sigmoid, tanh, ReLU functions</a:t>
            </a:r>
          </a:p>
          <a:p>
            <a:pPr/>
            <a:r>
              <a:t>Optimization: SGD, Adam, RMSprop algorithms</a:t>
            </a:r>
          </a:p>
          <a:p>
            <a:pPr/>
            <a:r>
              <a:t>Complexity: O(n log n) for LSTM variants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Speech recognition: y = sigmoid(x)</a:t>
            </a:r>
          </a:p>
          <a:p>
            <a:pPr/>
            <a:r>
              <a:t>Natural language processing: f(x) = softmax(x)</a:t>
            </a:r>
          </a:p>
          <a:p>
            <a:pPr/>
            <a:r>
              <a:t>Time series forecasting: y = LSTM(x)</a:t>
            </a:r>
          </a:p>
          <a:p>
            <a:pPr/>
            <a:r>
              <a:t>Sentiment analysis: accuracy = TP / (TP + FN)</a:t>
            </a:r>
          </a:p>
          <a:p>
            <a:pPr/>
            <a:r>
              <a:t>Machine translation: loss = cross-entropy</a:t>
            </a:r>
          </a:p>
          <a:p>
            <a:pPr/>
            <a:r>
              <a:t>Text summarization: ROUGE score = recall + precision</a:t>
            </a:r>
          </a:p>
          <a:p>
            <a:pPr/>
            <a:r>
              <a:t>Anomaly detection: threshold = mean + 2*std</a:t>
            </a:r>
          </a:p>
          <a:p>
            <a:pPr/>
            <a:r>
              <a:t>Chatbots: response = argmax(probability)</a:t>
            </a:r>
          </a:p>
          <a:p>
            <a:pPr/>
            <a:r>
              <a:t>Predictive modeling: RNNs = f(x, h, 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