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Machine Learning Basics presentation covering multiple topics. Today we'll explore: Introduction to Machine Learning, Types of Learning, Supervised Learning, Unsupervised Learning, Applications and Future.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machine learning, explain that it's a key component of artificial intelligence, allowing systems to automatically learn and improve from experience. Provide examples such as image recognition in smartphones or speech recognition in virtual assistants. Emphasize the importance of machine learning in enhancing business intelligence and decision-making. Ask students to think about how machine learning is used in their daily lives and what potential applications they see in the future. Key takeaways should include understanding the basic types of machine learning and its wide range of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foundations of machine learning, emphasize the distinction between machine learning and traditional programming. Explain each type of learning with examples, such as supervised learning in image classification, unsupervised learning in customer segmentation, and reinforcement learning in game playing. Discuss the importance of data quality and preprocessing. Ask students to consider real-world applications where machine learning could be applied, and what kind of data would be required for training. Key takeaways should include understanding the basic types of machine learning and their potential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machine learning is a subset of artificial intelligence, focusing on developing algorithms that allow systems to learn from data. Provide examples of supervised learning, such as image classification, and unsupervised learning, such as customer segmentation. Discuss the importance of reinforcement learning in robotics and game playing. Use the example of a neural network recognizing handwritten digits to illustrate its potential. Ask students to consider how machine learning can be applied to real-world problems, such as predicting stock prices or recommending products. Emphasize the key takeaway that machine learning is a powerful tool for automating data analysis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different types of learning in machine learning, providing examples of each. Discuss supervised learning with labeled datasets, unsupervised learning for pattern discovery, and semi-supervised learning for combining both. Introduce reinforcement learning and its application in robotics. Emphasize the importance of deep learning and its role in current AI research. Provide examples of transfer learning, such as using pre-trained models for new tasks. Discuss the benefits of self-supervised, active, online, and batch learning. Ask students to consider the differences between these types and how they might apply them in real-world problems. Key takeaways include understanding the variety of machine learning approaches and their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Machine Learning Basics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Machine Learning, Types of Learning, Supervised Learning, Unsupervised Learning, Applications and Future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Machine Learning - Introduction</a:t>
            </a:r>
          </a:p>
        </p:txBody>
      </p:sp>
      <p:sp>
        <p:nvSpPr>
          <p:cNvPr id="3" name="Content Placeholder 2"/>
          <p:cNvSpPr>
            <a:spLocks noGrp="1"/>
          </p:cNvSpPr>
          <p:nvPr>
            <p:ph idx="1"/>
          </p:nvPr>
        </p:nvSpPr>
        <p:spPr/>
        <p:txBody>
          <a:bodyPr/>
          <a:lstStyle/>
          <a:p>
            <a:pPr>
              <a:defRPr sz="2000">
                <a:solidFill>
                  <a:srgbClr val="444444"/>
                </a:solidFill>
              </a:defRPr>
            </a:pPr>
            <a:r>
              <a:t>Machine learning is a subset of artificial intelligence.</a:t>
            </a:r>
          </a:p>
          <a:p>
            <a:pPr>
              <a:defRPr sz="2000">
                <a:solidFill>
                  <a:srgbClr val="444444"/>
                </a:solidFill>
              </a:defRPr>
            </a:pPr>
            <a:r>
              <a:t>Enables systems to learn from data automatically.</a:t>
            </a:r>
          </a:p>
          <a:p>
            <a:pPr>
              <a:defRPr sz="2000">
                <a:solidFill>
                  <a:srgbClr val="444444"/>
                </a:solidFill>
              </a:defRPr>
            </a:pPr>
            <a:r>
              <a:t>Improves performance on tasks without programming.</a:t>
            </a:r>
          </a:p>
          <a:p>
            <a:pPr>
              <a:defRPr sz="2000">
                <a:solidFill>
                  <a:srgbClr val="444444"/>
                </a:solidFill>
              </a:defRPr>
            </a:pPr>
            <a:r>
              <a:t>Applies to image recognition, speech recognition, and more.</a:t>
            </a:r>
          </a:p>
          <a:p>
            <a:pPr>
              <a:defRPr sz="2000">
                <a:solidFill>
                  <a:srgbClr val="444444"/>
                </a:solidFill>
              </a:defRPr>
            </a:pPr>
            <a:r>
              <a:t>Uses algorithms to identify patterns in data.</a:t>
            </a:r>
          </a:p>
          <a:p>
            <a:pPr>
              <a:defRPr sz="2000">
                <a:solidFill>
                  <a:srgbClr val="444444"/>
                </a:solidFill>
              </a:defRPr>
            </a:pPr>
            <a:r>
              <a:t>Trains models on existing data for predictions.</a:t>
            </a:r>
          </a:p>
          <a:p>
            <a:pPr>
              <a:defRPr sz="2000">
                <a:solidFill>
                  <a:srgbClr val="444444"/>
                </a:solidFill>
              </a:defRPr>
            </a:pPr>
            <a:r>
              <a:t>Basic types include supervised, unsupervised learning.</a:t>
            </a:r>
          </a:p>
          <a:p>
            <a:pPr>
              <a:defRPr sz="2000">
                <a:solidFill>
                  <a:srgbClr val="444444"/>
                </a:solidFill>
              </a:defRPr>
            </a:pPr>
            <a:r>
              <a:t>Real-world applications include self-driving cars, chatbots.</a:t>
            </a:r>
          </a:p>
          <a:p>
            <a:pPr>
              <a:defRPr sz="2000">
                <a:solidFill>
                  <a:srgbClr val="444444"/>
                </a:solidFill>
              </a:defRPr>
            </a:pPr>
            <a:r>
              <a:t>Helps in decision-making with predictive analytics.</a:t>
            </a:r>
          </a:p>
          <a:p>
            <a:pPr>
              <a:defRPr sz="2000">
                <a:solidFill>
                  <a:srgbClr val="444444"/>
                </a:solidFill>
              </a:defRPr>
            </a:pPr>
            <a:r>
              <a:t>Enhances business intelligence with data insights.</a:t>
            </a:r>
          </a:p>
        </p:txBody>
      </p:sp>
      <p:pic>
        <p:nvPicPr>
          <p:cNvPr id="4" name="Picture 3" descr="e3118f0de1f2464e9d780af8bad4e3e2_introduction_to_machine_learning_types_o.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Machine Learning - Foundations</a:t>
            </a:r>
          </a:p>
        </p:txBody>
      </p:sp>
      <p:sp>
        <p:nvSpPr>
          <p:cNvPr id="3" name="Content Placeholder 2"/>
          <p:cNvSpPr>
            <a:spLocks noGrp="1"/>
          </p:cNvSpPr>
          <p:nvPr>
            <p:ph idx="1"/>
          </p:nvPr>
        </p:nvSpPr>
        <p:spPr/>
        <p:txBody>
          <a:bodyPr/>
          <a:lstStyle/>
          <a:p>
            <a:pPr>
              <a:defRPr sz="2000">
                <a:solidFill>
                  <a:srgbClr val="444444"/>
                </a:solidFill>
              </a:defRPr>
            </a:pPr>
            <a:r>
              <a:t>Machine learning is a subset of artificial intelligence</a:t>
            </a:r>
          </a:p>
          <a:p>
            <a:pPr>
              <a:defRPr sz="2000">
                <a:solidFill>
                  <a:srgbClr val="444444"/>
                </a:solidFill>
              </a:defRPr>
            </a:pPr>
            <a:r>
              <a:t>Enables systems to learn from data without programming</a:t>
            </a:r>
          </a:p>
          <a:p>
            <a:pPr>
              <a:defRPr sz="2000">
                <a:solidFill>
                  <a:srgbClr val="444444"/>
                </a:solidFill>
              </a:defRPr>
            </a:pPr>
            <a:r>
              <a:t>Types include supervised, unsupervised, and reinforcement learning</a:t>
            </a:r>
          </a:p>
          <a:p>
            <a:pPr>
              <a:defRPr sz="2000">
                <a:solidFill>
                  <a:srgbClr val="444444"/>
                </a:solidFill>
              </a:defRPr>
            </a:pPr>
            <a:r>
              <a:t>Supervised learning uses labeled data for training</a:t>
            </a:r>
          </a:p>
          <a:p>
            <a:pPr>
              <a:defRPr sz="2000">
                <a:solidFill>
                  <a:srgbClr val="444444"/>
                </a:solidFill>
              </a:defRPr>
            </a:pPr>
            <a:r>
              <a:t>Unsupervised learning identifies patterns in unlabeled data</a:t>
            </a:r>
          </a:p>
          <a:p>
            <a:pPr>
              <a:defRPr sz="2000">
                <a:solidFill>
                  <a:srgbClr val="444444"/>
                </a:solidFill>
              </a:defRPr>
            </a:pPr>
            <a:r>
              <a:t>Reinforcement learning uses rewards and penalties for learning</a:t>
            </a:r>
          </a:p>
          <a:p>
            <a:pPr>
              <a:defRPr sz="2000">
                <a:solidFill>
                  <a:srgbClr val="444444"/>
                </a:solidFill>
              </a:defRPr>
            </a:pPr>
            <a:r>
              <a:t>Applications include image recognition and natural language processing</a:t>
            </a:r>
          </a:p>
          <a:p>
            <a:pPr>
              <a:defRPr sz="2000">
                <a:solidFill>
                  <a:srgbClr val="444444"/>
                </a:solidFill>
              </a:defRPr>
            </a:pPr>
            <a:r>
              <a:t>Machine learning algorithms are used in predictive modeling</a:t>
            </a:r>
          </a:p>
          <a:p>
            <a:pPr>
              <a:defRPr sz="2000">
                <a:solidFill>
                  <a:srgbClr val="444444"/>
                </a:solidFill>
              </a:defRPr>
            </a:pPr>
            <a:r>
              <a:t>Data preprocessing is crucial for successful model training</a:t>
            </a:r>
          </a:p>
        </p:txBody>
      </p:sp>
      <p:pic>
        <p:nvPicPr>
          <p:cNvPr id="4" name="Picture 3" descr="8d5ec851da504200a02203e1925d1e33_introduction_to_machine_learning_types_o.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Machine Learning - Fundamentals</a:t>
            </a:r>
          </a:p>
        </p:txBody>
      </p:sp>
      <p:sp>
        <p:nvSpPr>
          <p:cNvPr id="3" name="Content Placeholder 2"/>
          <p:cNvSpPr>
            <a:spLocks noGrp="1"/>
          </p:cNvSpPr>
          <p:nvPr>
            <p:ph idx="1"/>
          </p:nvPr>
        </p:nvSpPr>
        <p:spPr/>
        <p:txBody>
          <a:bodyPr/>
          <a:lstStyle/>
          <a:p>
            <a:pPr>
              <a:defRPr sz="2000">
                <a:solidFill>
                  <a:srgbClr val="444444"/>
                </a:solidFill>
              </a:defRPr>
            </a:pPr>
            <a:r>
              <a:t>Machine learning refers to automated data analysis</a:t>
            </a:r>
          </a:p>
          <a:p>
            <a:pPr>
              <a:defRPr sz="2000">
                <a:solidFill>
                  <a:srgbClr val="444444"/>
                </a:solidFill>
              </a:defRPr>
            </a:pPr>
            <a:r>
              <a:t>Enables systems to learn from data without programming</a:t>
            </a:r>
          </a:p>
          <a:p>
            <a:pPr>
              <a:defRPr sz="2000">
                <a:solidFill>
                  <a:srgbClr val="444444"/>
                </a:solidFill>
              </a:defRPr>
            </a:pPr>
            <a:r>
              <a:t>Involves pattern recognition and prediction techniques</a:t>
            </a:r>
          </a:p>
          <a:p>
            <a:pPr>
              <a:defRPr sz="2000">
                <a:solidFill>
                  <a:srgbClr val="444444"/>
                </a:solidFill>
              </a:defRPr>
            </a:pPr>
            <a:r>
              <a:t>Supervised learning uses labeled training data</a:t>
            </a:r>
          </a:p>
          <a:p>
            <a:pPr>
              <a:defRPr sz="2000">
                <a:solidFill>
                  <a:srgbClr val="444444"/>
                </a:solidFill>
              </a:defRPr>
            </a:pPr>
            <a:r>
              <a:t>Unsupervised learning uses unlabeled training data</a:t>
            </a:r>
          </a:p>
          <a:p>
            <a:pPr>
              <a:defRPr sz="2000">
                <a:solidFill>
                  <a:srgbClr val="444444"/>
                </a:solidFill>
              </a:defRPr>
            </a:pPr>
            <a:r>
              <a:t>Reinforcement learning uses rewards and penalties</a:t>
            </a:r>
          </a:p>
          <a:p>
            <a:pPr>
              <a:defRPr sz="2000">
                <a:solidFill>
                  <a:srgbClr val="444444"/>
                </a:solidFill>
              </a:defRPr>
            </a:pPr>
            <a:r>
              <a:t>Neural networks mimic human brain structure</a:t>
            </a:r>
          </a:p>
          <a:p>
            <a:pPr>
              <a:defRPr sz="2000">
                <a:solidFill>
                  <a:srgbClr val="444444"/>
                </a:solidFill>
              </a:defRPr>
            </a:pPr>
            <a:r>
              <a:t>Decision trees represent choices and outcomes</a:t>
            </a:r>
          </a:p>
          <a:p>
            <a:pPr>
              <a:defRPr sz="2000">
                <a:solidFill>
                  <a:srgbClr val="444444"/>
                </a:solidFill>
              </a:defRPr>
            </a:pPr>
            <a:r>
              <a:t>Random forests combine multiple decision trees</a:t>
            </a:r>
          </a:p>
          <a:p>
            <a:pPr>
              <a:defRPr sz="2000">
                <a:solidFill>
                  <a:srgbClr val="444444"/>
                </a:solidFill>
              </a:defRPr>
            </a:pPr>
            <a:r>
              <a:t>Support vector machines find optimal hyperplanes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Learning - Introduction</a:t>
            </a:r>
          </a:p>
        </p:txBody>
      </p:sp>
      <p:sp>
        <p:nvSpPr>
          <p:cNvPr id="3" name="Content Placeholder 2"/>
          <p:cNvSpPr>
            <a:spLocks noGrp="1"/>
          </p:cNvSpPr>
          <p:nvPr>
            <p:ph idx="1"/>
          </p:nvPr>
        </p:nvSpPr>
        <p:spPr/>
        <p:txBody>
          <a:bodyPr/>
          <a:lstStyle/>
          <a:p>
            <a:pPr>
              <a:defRPr sz="2000">
                <a:solidFill>
                  <a:srgbClr val="444444"/>
                </a:solidFill>
              </a:defRPr>
            </a:pPr>
            <a:r>
              <a:t>Machine learning involves supervised learning techniques</a:t>
            </a:r>
          </a:p>
          <a:p>
            <a:pPr>
              <a:defRPr sz="2000">
                <a:solidFill>
                  <a:srgbClr val="444444"/>
                </a:solidFill>
              </a:defRPr>
            </a:pPr>
            <a:r>
              <a:t>Unsupervised learning discovers hidden patterns in data</a:t>
            </a:r>
          </a:p>
          <a:p>
            <a:pPr>
              <a:defRPr sz="2000">
                <a:solidFill>
                  <a:srgbClr val="444444"/>
                </a:solidFill>
              </a:defRPr>
            </a:pPr>
            <a:r>
              <a:t>Semi-supervised learning combines labeled and unlabeled data</a:t>
            </a:r>
          </a:p>
          <a:p>
            <a:pPr>
              <a:defRPr sz="2000">
                <a:solidFill>
                  <a:srgbClr val="444444"/>
                </a:solidFill>
              </a:defRPr>
            </a:pPr>
            <a:r>
              <a:t>Reinforcement learning uses rewards or penalties</a:t>
            </a:r>
          </a:p>
          <a:p>
            <a:pPr>
              <a:defRPr sz="2000">
                <a:solidFill>
                  <a:srgbClr val="444444"/>
                </a:solidFill>
              </a:defRPr>
            </a:pPr>
            <a:r>
              <a:t>Deep learning is a subset of machine learning methods</a:t>
            </a:r>
          </a:p>
          <a:p>
            <a:pPr>
              <a:defRPr sz="2000">
                <a:solidFill>
                  <a:srgbClr val="444444"/>
                </a:solidFill>
              </a:defRPr>
            </a:pPr>
            <a:r>
              <a:t>Transfer learning applies learned models to new tasks</a:t>
            </a:r>
          </a:p>
          <a:p>
            <a:pPr>
              <a:defRPr sz="2000">
                <a:solidFill>
                  <a:srgbClr val="444444"/>
                </a:solidFill>
              </a:defRPr>
            </a:pPr>
            <a:r>
              <a:t>Self-supervised learning uses self-generated supervisory signals</a:t>
            </a:r>
          </a:p>
          <a:p>
            <a:pPr>
              <a:defRPr sz="2000">
                <a:solidFill>
                  <a:srgbClr val="444444"/>
                </a:solidFill>
              </a:defRPr>
            </a:pPr>
            <a:r>
              <a:t>Active learning selects most informative data samples</a:t>
            </a:r>
          </a:p>
          <a:p>
            <a:pPr>
              <a:defRPr sz="2000">
                <a:solidFill>
                  <a:srgbClr val="444444"/>
                </a:solidFill>
              </a:defRPr>
            </a:pPr>
            <a:r>
              <a:t>Online learning updates models with streaming data</a:t>
            </a:r>
          </a:p>
          <a:p>
            <a:pPr>
              <a:defRPr sz="2000">
                <a:solidFill>
                  <a:srgbClr val="444444"/>
                </a:solidFill>
              </a:defRPr>
            </a:pPr>
            <a:r>
              <a:t>Batch learning trains models on entire dataset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