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Deep learning is a subset of machine learning techniques inspired by neural networks.</a:t>
            </a:r>
          </a:p>
          <a:p>
            <a:pPr/>
            <a:r>
              <a:t>It uses multiple layers of artificial neural networks to analyze data and make decisions.</a:t>
            </a:r>
          </a:p>
          <a:p>
            <a:pPr/>
            <a:r>
              <a:t>Deep learning models can learn complex patterns in large datasets automatically.</a:t>
            </a:r>
          </a:p>
          <a:p>
            <a:pPr/>
            <a:r>
              <a:t>The backpropagation algorithm is commonly used to train deep learning models efficiently.</a:t>
            </a:r>
          </a:p>
          <a:p>
            <a:pPr/>
            <a:r>
              <a:t>h_t = tanh(Wx_t + Uh_{t-1}) represents a basic recurrent neural network equation.</a:t>
            </a:r>
          </a:p>
          <a:p>
            <a:pPr/>
            <a:r>
              <a:t>Deep learning has many applications in computer vision, natural language processing, and robotics.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34682b571bcd437f9673186fa9dc7f75_4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2440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Deep learning models are composed of multiple layers of artificial neural networks.</a:t>
            </a:r>
          </a:p>
          <a:p>
            <a:pPr/>
            <a:r>
              <a:t>The architecture of deep learning models is designed to mimic the human brain's structure.</a:t>
            </a:r>
          </a:p>
          <a:p>
            <a:pPr/>
            <a:r>
              <a:t>Convolutional neural networks are a type of deep learning model used for image recognition.</a:t>
            </a:r>
          </a:p>
          <a:p>
            <a:pPr/>
            <a:r>
              <a:t>Recurrent neural networks are suitable for sequential data such as speech or text.</a:t>
            </a:r>
          </a:p>
          <a:p>
            <a:pPr/>
            <a:r>
              <a:t>The backpropagation algorithm is used to train deep learning models by minimizing errors.</a:t>
            </a:r>
          </a:p>
          <a:p>
            <a:pPr/>
            <a:r>
              <a:t>h_t = tanh(Wx_t + Uh_{t-1}) represents the hidden state in a recurrent neural network.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5a1c938cbf0342aab1cc5b1e061769c7_4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Deep learning models rely on neural networks with multiple layers of processing units.</a:t>
            </a:r>
          </a:p>
          <a:p>
            <a:pPr/>
            <a:r>
              <a:t>The activation function introduces non-linearity to the model's predictions and outputs.</a:t>
            </a:r>
          </a:p>
          <a:p>
            <a:pPr/>
            <a:r>
              <a:t>h_t = tanh(Wx_t + Uh_{t-1}) represents the hidden state in a recurrent neural network.</a:t>
            </a:r>
          </a:p>
          <a:p>
            <a:pPr/>
            <a:r>
              <a:t>Backpropagation is used to train the model by minimizing the error and adjusting weights.</a:t>
            </a:r>
          </a:p>
          <a:p>
            <a:pPr/>
            <a:r>
              <a:t>Gradient descent optimizes the model's parameters to reduce the loss function's value.</a:t>
            </a:r>
          </a:p>
          <a:p>
            <a:pPr/>
            <a:r>
              <a:t>Regularization techniques prevent overfitting by adding a penalty term to the loss function.</a:t>
            </a:r>
          </a:p>
          <a:p>
            <a:pPr/>
            <a:r>
              <a:t>The choice of optimizer and hyperparameters significantly affects the model's performance.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Deep learning is used for image recognition and object detection purposes.</a:t>
            </a:r>
          </a:p>
          <a:p>
            <a:pPr/>
            <a:r>
              <a:t>Natural language processing relies heavily on deep learning algorithms.</a:t>
            </a:r>
          </a:p>
          <a:p>
            <a:pPr/>
            <a:r>
              <a:t>Speech recognition systems are built using deep learning techniques.</a:t>
            </a:r>
          </a:p>
          <a:p>
            <a:pPr/>
            <a:r>
              <a:t>Deep learning is applied in recommender systems for personalized suggestions.</a:t>
            </a:r>
          </a:p>
          <a:p>
            <a:pPr/>
            <a:r>
              <a:t>Self-driving cars utilize deep learning for navigation and control.</a:t>
            </a:r>
          </a:p>
          <a:p>
            <a:pPr/>
            <a:r>
              <a:t>Medical diagnosis uses deep learning for disease detection and analysis.</a:t>
            </a:r>
          </a:p>
          <a:p>
            <a:pPr/>
            <a:r>
              <a:t>Time series forecasting is another significant application of deep learning.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