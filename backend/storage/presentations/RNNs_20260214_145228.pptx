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9" r:id="rId10"/>
    <p:sldId id="260" r:id="rId12"/>
    <p:sldId id="261" r:id="rId13"/>
    <p:sldId id="262" r:id="rId14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Core Concept / Architecture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Mathematical / Logical Explanation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Applications / Use Cases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RNNs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PLACEHOLDER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ContentSignature"/>
          <p:cNvSpPr/>
          <p:nvPr/>
        </p:nvSpPr>
        <p:spPr>
          <a:xfrm>
            <a:off x="100" y="100"/>
            <a:ext cx="50" cy="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hankYouSignature"/>
          <p:cNvSpPr/>
          <p:nvPr/>
        </p:nvSpPr>
        <p:spPr>
          <a:xfrm>
            <a:off x="100" y="100"/>
            <a:ext cx="50" cy="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RNNs: Recurrent Neural Networks</a:t>
            </a:r>
          </a:p>
          <a:p>
            <a:pPr/>
            <a:r>
              <a:t>Function: Map inputs to outputs</a:t>
            </a:r>
          </a:p>
          <a:p>
            <a:pPr/>
            <a:r>
              <a:t>Key: Feedback loops O(t) = f(h)</a:t>
            </a:r>
          </a:p>
          <a:p>
            <a:pPr/>
            <a:r>
              <a:t>Equation: h(t) = sigmoid(Ux + Wh)</a:t>
            </a:r>
          </a:p>
          <a:p>
            <a:pPr/>
            <a:r>
              <a:t>Training: Backpropagation through time</a:t>
            </a:r>
          </a:p>
          <a:p>
            <a:pPr/>
            <a:r>
              <a:t>Challenge: Vanishing gradients O(n log n)</a:t>
            </a:r>
          </a:p>
          <a:p>
            <a:pPr/>
            <a:r>
              <a:t>Solution: Long Short-Term Memory LSTMs</a:t>
            </a:r>
          </a:p>
          <a:p>
            <a:pPr/>
            <a:r>
              <a:t>Application: Natural Language Processing</a:t>
            </a:r>
          </a:p>
        </p:txBody>
      </p:sp>
      <p:pic>
        <p:nvPicPr>
          <p:cNvPr id="4" name="Picture 3" descr="57984a1030f6464e838f65dbba947981_rnns_dl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 /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Uses: Sequential data analysis</a:t>
            </a:r>
          </a:p>
          <a:p>
            <a:pPr/>
            <a:r>
              <a:t>Architecture: Feedback connections</a:t>
            </a:r>
          </a:p>
          <a:p>
            <a:pPr/>
            <a:r>
              <a:t>Function: Maps input to output</a:t>
            </a:r>
          </a:p>
          <a:p>
            <a:pPr/>
            <a:r>
              <a:t>Equation: h_t = f(h_(t-1), x_t)</a:t>
            </a:r>
          </a:p>
          <a:p>
            <a:pPr/>
            <a:r>
              <a:t>Training: Backpropagation through time</a:t>
            </a:r>
          </a:p>
          <a:p>
            <a:pPr/>
            <a:r>
              <a:t>Optimization: Stochastic gradient descent</a:t>
            </a:r>
          </a:p>
          <a:p>
            <a:pPr/>
            <a:r>
              <a:t>Complexity: O(n^2) time complexity</a:t>
            </a:r>
          </a:p>
          <a:p>
            <a:pPr/>
            <a:r>
              <a:t>Variants: LSTMs, GRUs, Bidirectional RNNs</a:t>
            </a:r>
          </a:p>
        </p:txBody>
      </p:sp>
      <p:pic>
        <p:nvPicPr>
          <p:cNvPr id="4" name="Picture 3" descr="92967648ccc149feabff438ef99c2113_rnns_dl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/ Logical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RNNs: Recursive Neural Networks</a:t>
            </a:r>
          </a:p>
          <a:p>
            <a:pPr/>
            <a:r>
              <a:t>Goal: Simulate human intelligence</a:t>
            </a:r>
          </a:p>
          <a:p>
            <a:pPr/>
            <a:r>
              <a:t>Function: f(h, x) = tanh(Wx + Uh)</a:t>
            </a:r>
          </a:p>
          <a:p>
            <a:pPr/>
            <a:r>
              <a:t>Activation: sigmoid, tanh, ReLU</a:t>
            </a:r>
          </a:p>
          <a:p>
            <a:pPr/>
            <a:r>
              <a:t>Error: E = (1/2) * (y - y')^2</a:t>
            </a:r>
          </a:p>
          <a:p>
            <a:pPr/>
            <a:r>
              <a:t>Optimization: SGD, Adam, RMSprop</a:t>
            </a:r>
          </a:p>
          <a:p>
            <a:pPr/>
            <a:r>
              <a:t>Complexity: O(n * t * h)</a:t>
            </a:r>
          </a:p>
          <a:p>
            <a:pPr/>
            <a:r>
              <a:t>Training: BPTT, Truncated BPTT</a:t>
            </a:r>
          </a:p>
          <a:p>
            <a:pPr/>
            <a:r>
              <a:t>Gradient: dE/dW = dE/dy * dy/dW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/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Predicting sequences: x_t = sigmoid(Wx + Uh)</a:t>
            </a:r>
          </a:p>
          <a:p>
            <a:pPr/>
            <a:r>
              <a:t>Natural language processing: NLP tasks</a:t>
            </a:r>
          </a:p>
          <a:p>
            <a:pPr/>
            <a:r>
              <a:t>Time series forecasting: ARIMA, LSTM</a:t>
            </a:r>
          </a:p>
          <a:p>
            <a:pPr/>
            <a:r>
              <a:t>Speech recognition: acoustic models</a:t>
            </a:r>
          </a:p>
          <a:p>
            <a:pPr/>
            <a:r>
              <a:t>Machine translation: seq2seq models</a:t>
            </a:r>
          </a:p>
          <a:p>
            <a:pPr/>
            <a:r>
              <a:t>Sentiment analysis: text classification</a:t>
            </a:r>
          </a:p>
          <a:p>
            <a:pPr/>
            <a:r>
              <a:t>Anomaly detection: O(n log n) algorithms</a:t>
            </a:r>
          </a:p>
          <a:p>
            <a:pPr/>
            <a:r>
              <a:t>Recommendation systems: collaborative filtering</a:t>
            </a:r>
          </a:p>
          <a:p>
            <a:pPr/>
            <a:r>
              <a:t>Goal: Minimize loss function E = (y - y^) ^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