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Introduction to the presentation on Convolutional Neural Networks (CNN).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this slide, emphasize the key components of Convolutional Neural Networks, such as convolutional and pooling layers, and provide examples of their applications in image classification and object detection. Ask students to consider how CNNs can be used in real-world scenarios, such as self-driving cars or medical imaging. Encourage them to think about the advantages of using CNNs for image analysis, including their ability to learn complex patterns with minimal preprocessing.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Emphasize the role of convolutional and pooling layers in feature extraction, and explain how activation functions and batch normalization contribute to model performance. Provide examples of how these components work together in image classification tasks, and ask students to consider how the architecture of a CNN affects its ability to learn from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Emphasize the variety of applications, provide examples like self-driving cars and medical diagnosis, and ask students to consider how CNN can be applied in their own fields of interest, prompting them to think critically about the versatility of CNN applications.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Convolutional Neural Networks (CNN)</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Deep Learning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Convolutional Neural Networks</a:t>
            </a:r>
          </a:p>
        </p:txBody>
      </p:sp>
      <p:sp>
        <p:nvSpPr>
          <p:cNvPr id="3" name="Content Placeholder 2"/>
          <p:cNvSpPr>
            <a:spLocks noGrp="1"/>
          </p:cNvSpPr>
          <p:nvPr>
            <p:ph idx="1"/>
          </p:nvPr>
        </p:nvSpPr>
        <p:spPr/>
        <p:txBody>
          <a:bodyPr/>
          <a:lstStyle/>
          <a:p>
            <a:pPr>
              <a:defRPr sz="2000">
                <a:solidFill>
                  <a:srgbClr val="444444"/>
                </a:solidFill>
              </a:defRPr>
            </a:pPr>
            <a:r>
              <a:t>Convolutional Neural Networks are deep learning models for image analysis</a:t>
            </a:r>
          </a:p>
          <a:p>
            <a:pPr>
              <a:defRPr sz="2000">
                <a:solidFill>
                  <a:srgbClr val="444444"/>
                </a:solidFill>
              </a:defRPr>
            </a:pPr>
            <a:r>
              <a:t>CNNs use convolutional and pooling layers for feature extraction</a:t>
            </a:r>
          </a:p>
          <a:p>
            <a:pPr>
              <a:defRPr sz="2000">
                <a:solidFill>
                  <a:srgbClr val="444444"/>
                </a:solidFill>
              </a:defRPr>
            </a:pPr>
            <a:r>
              <a:t>They are widely used in image classification and object detection tasks</a:t>
            </a:r>
          </a:p>
          <a:p>
            <a:pPr>
              <a:defRPr sz="2000">
                <a:solidFill>
                  <a:srgbClr val="444444"/>
                </a:solidFill>
              </a:defRPr>
            </a:pPr>
            <a:r>
              <a:t>Convolutional layers scan images for local patterns and features</a:t>
            </a:r>
          </a:p>
          <a:p>
            <a:pPr>
              <a:defRPr sz="2000">
                <a:solidFill>
                  <a:srgbClr val="444444"/>
                </a:solidFill>
              </a:defRPr>
            </a:pPr>
            <a:r>
              <a:t>Pooling layers reduce spatial dimensions of feature maps</a:t>
            </a:r>
          </a:p>
          <a:p>
            <a:pPr>
              <a:defRPr sz="2000">
                <a:solidFill>
                  <a:srgbClr val="444444"/>
                </a:solidFill>
              </a:defRPr>
            </a:pPr>
            <a:r>
              <a:t>Fully connected layers classify images based on extracted features</a:t>
            </a:r>
          </a:p>
          <a:p>
            <a:pPr>
              <a:defRPr sz="2000">
                <a:solidFill>
                  <a:srgbClr val="444444"/>
                </a:solidFill>
              </a:defRPr>
            </a:pPr>
            <a:r>
              <a:t>CNNs can learn complex patterns in image data with minimal preprocessing</a:t>
            </a:r>
          </a:p>
          <a:p>
            <a:pPr>
              <a:defRPr sz="2000">
                <a:solidFill>
                  <a:srgbClr val="444444"/>
                </a:solidFill>
              </a:defRPr>
            </a:pPr>
            <a:r>
              <a:t>They have applications in self-driving cars, facial recognition, and medical imaging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Core Components of CNN</a:t>
            </a:r>
          </a:p>
        </p:txBody>
      </p:sp>
      <p:sp>
        <p:nvSpPr>
          <p:cNvPr id="3" name="Content Placeholder 2"/>
          <p:cNvSpPr>
            <a:spLocks noGrp="1"/>
          </p:cNvSpPr>
          <p:nvPr>
            <p:ph idx="1"/>
          </p:nvPr>
        </p:nvSpPr>
        <p:spPr/>
        <p:txBody>
          <a:bodyPr/>
          <a:lstStyle/>
          <a:p>
            <a:pPr>
              <a:defRPr sz="2000">
                <a:solidFill>
                  <a:srgbClr val="444444"/>
                </a:solidFill>
              </a:defRPr>
            </a:pPr>
            <a:r>
              <a:t>Convolutional layers extract features from input data</a:t>
            </a:r>
          </a:p>
          <a:p>
            <a:pPr>
              <a:defRPr sz="2000">
                <a:solidFill>
                  <a:srgbClr val="444444"/>
                </a:solidFill>
              </a:defRPr>
            </a:pPr>
            <a:r>
              <a:t>Activation functions introduce non-linearity to models</a:t>
            </a:r>
          </a:p>
          <a:p>
            <a:pPr>
              <a:defRPr sz="2000">
                <a:solidFill>
                  <a:srgbClr val="444444"/>
                </a:solidFill>
              </a:defRPr>
            </a:pPr>
            <a:r>
              <a:t>Pooling layers reduce spatial dimensions of data</a:t>
            </a:r>
          </a:p>
          <a:p>
            <a:pPr>
              <a:defRPr sz="2000">
                <a:solidFill>
                  <a:srgbClr val="444444"/>
                </a:solidFill>
              </a:defRPr>
            </a:pPr>
            <a:r>
              <a:t>Flatten layers transform data into one-dimensional arrays</a:t>
            </a:r>
          </a:p>
          <a:p>
            <a:pPr>
              <a:defRPr sz="2000">
                <a:solidFill>
                  <a:srgbClr val="444444"/>
                </a:solidFill>
              </a:defRPr>
            </a:pPr>
            <a:r>
              <a:t>Dense layers perform classification or regression tasks</a:t>
            </a:r>
          </a:p>
          <a:p>
            <a:pPr>
              <a:defRPr sz="2000">
                <a:solidFill>
                  <a:srgbClr val="444444"/>
                </a:solidFill>
              </a:defRPr>
            </a:pPr>
            <a:r>
              <a:t>Batch normalization stabilizes training processes</a:t>
            </a:r>
          </a:p>
          <a:p>
            <a:pPr>
              <a:defRPr sz="2000">
                <a:solidFill>
                  <a:srgbClr val="444444"/>
                </a:solidFill>
              </a:defRPr>
            </a:pPr>
            <a:r>
              <a:t>Dropout layers prevent overfitting by randomizing weights</a:t>
            </a:r>
          </a:p>
          <a:p>
            <a:pPr>
              <a:defRPr sz="2000">
                <a:solidFill>
                  <a:srgbClr val="444444"/>
                </a:solidFill>
              </a:defRPr>
            </a:pPr>
            <a:r>
              <a:t>Output layers generate predictions based on inputs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of CNN</a:t>
            </a:r>
          </a:p>
        </p:txBody>
      </p:sp>
      <p:sp>
        <p:nvSpPr>
          <p:cNvPr id="3" name="Content Placeholder 2"/>
          <p:cNvSpPr>
            <a:spLocks noGrp="1"/>
          </p:cNvSpPr>
          <p:nvPr>
            <p:ph idx="1"/>
          </p:nvPr>
        </p:nvSpPr>
        <p:spPr/>
        <p:txBody>
          <a:bodyPr/>
          <a:lstStyle/>
          <a:p>
            <a:pPr>
              <a:defRPr sz="2000">
                <a:solidFill>
                  <a:srgbClr val="444444"/>
                </a:solidFill>
              </a:defRPr>
            </a:pPr>
            <a:r>
              <a:t>Image classification using Convolutional Neural Networks (CNN) architectures</a:t>
            </a:r>
          </a:p>
          <a:p>
            <a:pPr>
              <a:defRPr sz="2000">
                <a:solidFill>
                  <a:srgbClr val="444444"/>
                </a:solidFill>
              </a:defRPr>
            </a:pPr>
            <a:r>
              <a:t>Object detection in images and videos with CNN models</a:t>
            </a:r>
          </a:p>
          <a:p>
            <a:pPr>
              <a:defRPr sz="2000">
                <a:solidFill>
                  <a:srgbClr val="444444"/>
                </a:solidFill>
              </a:defRPr>
            </a:pPr>
            <a:r>
              <a:t>Segmentation of medical images using CNN techniques</a:t>
            </a:r>
          </a:p>
          <a:p>
            <a:pPr>
              <a:defRPr sz="2000">
                <a:solidFill>
                  <a:srgbClr val="444444"/>
                </a:solidFill>
              </a:defRPr>
            </a:pPr>
            <a:r>
              <a:t>Facial recognition systems utilizing CNN for security</a:t>
            </a:r>
          </a:p>
          <a:p>
            <a:pPr>
              <a:defRPr sz="2000">
                <a:solidFill>
                  <a:srgbClr val="444444"/>
                </a:solidFill>
              </a:defRPr>
            </a:pPr>
            <a:r>
              <a:t>Self-driving cars relying on CNN for visual processing</a:t>
            </a:r>
          </a:p>
          <a:p>
            <a:pPr>
              <a:defRPr sz="2000">
                <a:solidFill>
                  <a:srgbClr val="444444"/>
                </a:solidFill>
              </a:defRPr>
            </a:pPr>
            <a:r>
              <a:t>CNN applications in robotics for visual perception</a:t>
            </a:r>
          </a:p>
          <a:p>
            <a:pPr>
              <a:defRPr sz="2000">
                <a:solidFill>
                  <a:srgbClr val="444444"/>
                </a:solidFill>
              </a:defRPr>
            </a:pPr>
            <a:r>
              <a:t>Medical diagnosis with CNN-based image analysis tools</a:t>
            </a:r>
          </a:p>
          <a:p>
            <a:pPr>
              <a:defRPr sz="2000">
                <a:solidFill>
                  <a:srgbClr val="444444"/>
                </a:solidFill>
              </a:defRPr>
            </a:pPr>
            <a:r>
              <a:t>Surveillance systems using CNN for anomaly detection</a:t>
            </a:r>
          </a:p>
          <a:p>
            <a:pPr>
              <a:defRPr sz="2000">
                <a:solidFill>
                  <a:srgbClr val="444444"/>
                </a:solidFill>
              </a:defRPr>
            </a:pPr>
            <a:r>
              <a:t>Quality control in manufacturing using CNN-based vision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