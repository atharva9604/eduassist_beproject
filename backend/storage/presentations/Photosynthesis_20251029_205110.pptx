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Photosynthesis is the process where plants, algae, and some bacteria use sunlight, water, and carbon dioxide to create their own food (sugars) and release oxygen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This conversion of light energy into chemical energy occurs in organelles called chloroplasts, which contain the pigment chlorophyll that absorbs sunlight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overall process is vital for life on Earth, as it produces the oxygen we breathe and serves as the foundation of most food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How photosynthesis works Inputs: Water (\(H_{2}O\)), carbon dioxide (\(CO_{2}\)), and light energy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Outputs: Glucose (a sugar, \(C_{6}H_{12}O_{6}\)) and oxygen (\(O_{2}\))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Location: Occurs within chloroplasts, primarily in the leaves of plants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Pigment: Chlorophyll, which is responsible for capturing the light energy, is what gives plants their green color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Stages of photosynthesis Photosynthesis can be divided into two main stages: Light-dependent reactions: Light energy is used to split water molecules, producing oxygen, protons, and electrons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This energy is also used to create ATP and NADPH, which are energy-carrying molecules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Light-independent reactions (Calvin cycle): The ATP and NADPH from the light reactions are used to "fix" carbon dioxide and convert it into glucose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Significance of photosynthesis Food source: It is the primary source of energy for nearly all life on Earth, creating organic matter that forms the base of the food chain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Oxygen production: It releases oxygen into the atmosphere, which is essential for the respiration of animals and many other organisms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Climate regulation: The process of photosynthesis removes carbon dioxide from the atmosphere, which plays a role in regulating the Earth's climate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content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