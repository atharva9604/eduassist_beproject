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Database Management System presentation covering multiple topics. Today we'll explore: Create a 5-slide PPT on Database Normalization., Subject: Database Management System, Use the default slide structure., Generate all content yourself., Add relevant images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explain its importance in reducing data redundancy and improving data integrity. Provide examples of data anomalies and inconsistencies that can occur without normalization. Discuss the different normal forms, such as 1NF, 2NF, and 3NF, and how they are used to measure normalization. Ask students to consider the trade-offs between normalization and performance, and how denormalization can be used to optimize performance in certain situations. Key takeaways include understanding the benefits and challenges of database normalization, and how to apply normalization techniques to improve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database normalization, explaining its importance in reducing data redundancy and improving data integrity. Discuss the different normal forms, such as 1NF, 2NF, and 3NF, and provide examples of how normalization can enhance data security and access control. Ask students to consider the trade-offs between normalization and denormalization for performance optimization. Key takeaways include understanding the benefits of normalization and its applications in data modeling and schema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Database Management System, explain its purpose and importance in managing data. Provide examples of DBMS applications, such as banking systems and social media platforms. Discuss the key features of DBMS, including data modeling, security, and performance tuning. Ask students to think about the consequences of not using a DBMS, such as data inconsistencies and security breaches. Key takeaways should include understanding the role of DBMS in managing data and its benefits in ensuring data integrity and security.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concept of Database Management System, explain its importance in managing large datasets and providing data consistency and security. Give examples of DBMS in real-world applications such as banking and e-commerce. Ask students to think about the consequences of not using a DBMS, such as data inconsistencies and security breaches. Key takeaways include understanding the basic features and benefits of DBMS, and how it supports data modeling, sharing, and collaboration.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Management System</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5-slide PPT on Database Normalization., Subject: Database Management System, Use the default slide structure., Generate all content yourself., Add relevant images automatically.</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5-slide PPT on Database Normalization. - Introduction</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a:t>
            </a:r>
          </a:p>
          <a:p>
            <a:pPr>
              <a:defRPr sz="2000">
                <a:solidFill>
                  <a:srgbClr val="444444"/>
                </a:solidFill>
              </a:defRPr>
            </a:pPr>
            <a:r>
              <a:t>Improves data integrity and scalability</a:t>
            </a:r>
          </a:p>
          <a:p>
            <a:pPr>
              <a:defRPr sz="2000">
                <a:solidFill>
                  <a:srgbClr val="444444"/>
                </a:solidFill>
              </a:defRPr>
            </a:pPr>
            <a:r>
              <a:t>Minimizes data anomalies and inconsistencies</a:t>
            </a:r>
          </a:p>
          <a:p>
            <a:pPr>
              <a:defRPr sz="2000">
                <a:solidFill>
                  <a:srgbClr val="444444"/>
                </a:solidFill>
              </a:defRPr>
            </a:pPr>
            <a:r>
              <a:t>Ensures data dependencies are logical</a:t>
            </a:r>
          </a:p>
          <a:p>
            <a:pPr>
              <a:defRPr sz="2000">
                <a:solidFill>
                  <a:srgbClr val="444444"/>
                </a:solidFill>
              </a:defRPr>
            </a:pPr>
            <a:r>
              <a:t>Normal forms are used to measure normalization</a:t>
            </a:r>
          </a:p>
          <a:p>
            <a:pPr>
              <a:defRPr sz="2000">
                <a:solidFill>
                  <a:srgbClr val="444444"/>
                </a:solidFill>
              </a:defRPr>
            </a:pPr>
            <a:r>
              <a:t>First normal form (1NF) eliminates repeating groups</a:t>
            </a:r>
          </a:p>
          <a:p>
            <a:pPr>
              <a:defRPr sz="2000">
                <a:solidFill>
                  <a:srgbClr val="444444"/>
                </a:solidFill>
              </a:defRPr>
            </a:pPr>
            <a:r>
              <a:t>Higher normal forms reduce data redundancy further</a:t>
            </a:r>
          </a:p>
          <a:p>
            <a:pPr>
              <a:defRPr sz="2000">
                <a:solidFill>
                  <a:srgbClr val="444444"/>
                </a:solidFill>
              </a:defRPr>
            </a:pPr>
            <a:r>
              <a:t>Normalization improves data retrieval efficiency</a:t>
            </a:r>
          </a:p>
          <a:p>
            <a:pPr>
              <a:defRPr sz="2000">
                <a:solidFill>
                  <a:srgbClr val="444444"/>
                </a:solidFill>
              </a:defRPr>
            </a:pPr>
            <a:r>
              <a:t>Denormalization is used for performance optimization</a:t>
            </a:r>
          </a:p>
          <a:p>
            <a:pPr>
              <a:defRPr sz="2000">
                <a:solidFill>
                  <a:srgbClr val="444444"/>
                </a:solidFill>
              </a:defRPr>
            </a:pPr>
            <a:r>
              <a:t>Trade-offs between normalization and performance exist</a:t>
            </a:r>
          </a:p>
        </p:txBody>
      </p:sp>
      <p:pic>
        <p:nvPicPr>
          <p:cNvPr id="4" name="Picture 3" descr="39ec2f80e88749839471a41e4bd363f4_create_a_5-slide_ppt_on_database_normali.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5-slide PPT on Database Normalization. - Introduction</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a:t>
            </a:r>
          </a:p>
          <a:p>
            <a:pPr>
              <a:defRPr sz="2000">
                <a:solidFill>
                  <a:srgbClr val="444444"/>
                </a:solidFill>
              </a:defRPr>
            </a:pPr>
            <a:r>
              <a:t>Eliminates data inconsistencies and anomalies</a:t>
            </a:r>
          </a:p>
          <a:p>
            <a:pPr>
              <a:defRPr sz="2000">
                <a:solidFill>
                  <a:srgbClr val="444444"/>
                </a:solidFill>
              </a:defRPr>
            </a:pPr>
            <a:r>
              <a:t>Improves data integrity and scalability</a:t>
            </a:r>
          </a:p>
          <a:p>
            <a:pPr>
              <a:defRPr sz="2000">
                <a:solidFill>
                  <a:srgbClr val="444444"/>
                </a:solidFill>
              </a:defRPr>
            </a:pPr>
            <a:r>
              <a:t>Enhances data security and access control</a:t>
            </a:r>
          </a:p>
          <a:p>
            <a:pPr>
              <a:defRPr sz="2000">
                <a:solidFill>
                  <a:srgbClr val="444444"/>
                </a:solidFill>
              </a:defRPr>
            </a:pPr>
            <a:r>
              <a:t>Supports data modeling and schema design</a:t>
            </a:r>
          </a:p>
          <a:p>
            <a:pPr>
              <a:defRPr sz="2000">
                <a:solidFill>
                  <a:srgbClr val="444444"/>
                </a:solidFill>
              </a:defRPr>
            </a:pPr>
            <a:r>
              <a:t>Normal forms include 1NF, 2NF, and 3NF</a:t>
            </a:r>
          </a:p>
          <a:p>
            <a:pPr>
              <a:defRPr sz="2000">
                <a:solidFill>
                  <a:srgbClr val="444444"/>
                </a:solidFill>
              </a:defRPr>
            </a:pPr>
            <a:r>
              <a:t>Denormalization for performance optimization</a:t>
            </a:r>
          </a:p>
          <a:p>
            <a:pPr>
              <a:defRPr sz="2000">
                <a:solidFill>
                  <a:srgbClr val="444444"/>
                </a:solidFill>
              </a:defRPr>
            </a:pPr>
            <a:r>
              <a:t>Normalization techniques for big data</a:t>
            </a:r>
          </a:p>
          <a:p>
            <a:pPr>
              <a:defRPr sz="2000">
                <a:solidFill>
                  <a:srgbClr val="444444"/>
                </a:solidFill>
              </a:defRPr>
            </a:pPr>
            <a:r>
              <a:t>Data warehousing and ETL processes</a:t>
            </a:r>
          </a:p>
        </p:txBody>
      </p:sp>
      <p:pic>
        <p:nvPicPr>
          <p:cNvPr id="4" name="Picture 3" descr="1c38d8e0a4534e9e86ddb8e37f17ff22_create_a_5-slide_ppt_on_database_normali.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5-slide PPT on Database Normalization. - Part 3</a:t>
            </a:r>
          </a:p>
        </p:txBody>
      </p:sp>
      <p:sp>
        <p:nvSpPr>
          <p:cNvPr id="3" name="Content Placeholder 2"/>
          <p:cNvSpPr>
            <a:spLocks noGrp="1"/>
          </p:cNvSpPr>
          <p:nvPr>
            <p:ph idx="1"/>
          </p:nvPr>
        </p:nvSpPr>
        <p:spPr/>
        <p:txBody>
          <a:bodyPr/>
          <a:lstStyle/>
          <a:p>
            <a:pPr>
              <a:defRPr sz="2000">
                <a:solidFill>
                  <a:srgbClr val="444444"/>
                </a:solidFill>
              </a:defRPr>
            </a:pPr>
            <a:r>
              <a:t>(AI could not generate this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Subject: Database Management System - Introduction</a:t>
            </a:r>
          </a:p>
        </p:txBody>
      </p:sp>
      <p:sp>
        <p:nvSpPr>
          <p:cNvPr id="3" name="Content Placeholder 2"/>
          <p:cNvSpPr>
            <a:spLocks noGrp="1"/>
          </p:cNvSpPr>
          <p:nvPr>
            <p:ph idx="1"/>
          </p:nvPr>
        </p:nvSpPr>
        <p:spPr/>
        <p:txBody>
          <a:bodyPr/>
          <a:lstStyle/>
          <a:p>
            <a:pPr>
              <a:defRPr sz="2000">
                <a:solidFill>
                  <a:srgbClr val="444444"/>
                </a:solidFill>
              </a:defRPr>
            </a:pPr>
            <a:r>
              <a:t>Database Management System manages data storage and retrieval</a:t>
            </a:r>
          </a:p>
          <a:p>
            <a:pPr>
              <a:defRPr sz="2000">
                <a:solidFill>
                  <a:srgbClr val="444444"/>
                </a:solidFill>
              </a:defRPr>
            </a:pPr>
            <a:r>
              <a:t>Enables data sharing and security across applications</a:t>
            </a:r>
          </a:p>
          <a:p>
            <a:pPr>
              <a:defRPr sz="2000">
                <a:solidFill>
                  <a:srgbClr val="444444"/>
                </a:solidFill>
              </a:defRPr>
            </a:pPr>
            <a:r>
              <a:t>Supports data modeling and schema creation</a:t>
            </a:r>
          </a:p>
          <a:p>
            <a:pPr>
              <a:defRPr sz="2000">
                <a:solidFill>
                  <a:srgbClr val="444444"/>
                </a:solidFill>
              </a:defRPr>
            </a:pPr>
            <a:r>
              <a:t>Provides data integrity and consistency checks</a:t>
            </a:r>
          </a:p>
          <a:p>
            <a:pPr>
              <a:defRPr sz="2000">
                <a:solidFill>
                  <a:srgbClr val="444444"/>
                </a:solidFill>
              </a:defRPr>
            </a:pPr>
            <a:r>
              <a:t>Offers query optimization and performance tuning</a:t>
            </a:r>
          </a:p>
          <a:p>
            <a:pPr>
              <a:defRPr sz="2000">
                <a:solidFill>
                  <a:srgbClr val="444444"/>
                </a:solidFill>
              </a:defRPr>
            </a:pPr>
            <a:r>
              <a:t>Includes data backup and recovery mechanisms</a:t>
            </a:r>
          </a:p>
          <a:p>
            <a:pPr>
              <a:defRPr sz="2000">
                <a:solidFill>
                  <a:srgbClr val="444444"/>
                </a:solidFill>
              </a:defRPr>
            </a:pPr>
            <a:r>
              <a:t>Supports multiple user access and authentication</a:t>
            </a:r>
          </a:p>
          <a:p>
            <a:pPr>
              <a:defRPr sz="2000">
                <a:solidFill>
                  <a:srgbClr val="444444"/>
                </a:solidFill>
              </a:defRPr>
            </a:pPr>
            <a:r>
              <a:t>Manages data concurrency and locking</a:t>
            </a:r>
          </a:p>
          <a:p>
            <a:pPr>
              <a:defRPr sz="2000">
                <a:solidFill>
                  <a:srgbClr val="444444"/>
                </a:solidFill>
              </a:defRPr>
            </a:pPr>
            <a:r>
              <a:t>Ensures data scalability and performance</a:t>
            </a:r>
          </a:p>
          <a:p>
            <a:pPr>
              <a:defRPr sz="2000">
                <a:solidFill>
                  <a:srgbClr val="444444"/>
                </a:solidFill>
              </a:defRPr>
            </a:pPr>
            <a:r>
              <a:t>Follows database standards and protocols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Subject: Database Management System - Introduction</a:t>
            </a:r>
          </a:p>
        </p:txBody>
      </p:sp>
      <p:sp>
        <p:nvSpPr>
          <p:cNvPr id="3" name="Content Placeholder 2"/>
          <p:cNvSpPr>
            <a:spLocks noGrp="1"/>
          </p:cNvSpPr>
          <p:nvPr>
            <p:ph idx="1"/>
          </p:nvPr>
        </p:nvSpPr>
        <p:spPr/>
        <p:txBody>
          <a:bodyPr/>
          <a:lstStyle/>
          <a:p>
            <a:pPr>
              <a:defRPr sz="2000">
                <a:solidFill>
                  <a:srgbClr val="444444"/>
                </a:solidFill>
              </a:defRPr>
            </a:pPr>
            <a:r>
              <a:t>Database Management System manages large datasets efficiently</a:t>
            </a:r>
          </a:p>
          <a:p>
            <a:pPr>
              <a:defRPr sz="2000">
                <a:solidFill>
                  <a:srgbClr val="444444"/>
                </a:solidFill>
              </a:defRPr>
            </a:pPr>
            <a:r>
              <a:t>DBMS provides data consistency and security features</a:t>
            </a:r>
          </a:p>
          <a:p>
            <a:pPr>
              <a:defRPr sz="2000">
                <a:solidFill>
                  <a:srgbClr val="444444"/>
                </a:solidFill>
              </a:defRPr>
            </a:pPr>
            <a:r>
              <a:t>Supports data modeling with schemas and entities</a:t>
            </a:r>
          </a:p>
          <a:p>
            <a:pPr>
              <a:defRPr sz="2000">
                <a:solidFill>
                  <a:srgbClr val="444444"/>
                </a:solidFill>
              </a:defRPr>
            </a:pPr>
            <a:r>
              <a:t>Enables data sharing and collaboration among users</a:t>
            </a:r>
          </a:p>
          <a:p>
            <a:pPr>
              <a:defRPr sz="2000">
                <a:solidFill>
                  <a:srgbClr val="444444"/>
                </a:solidFill>
              </a:defRPr>
            </a:pPr>
            <a:r>
              <a:t>Provides data backup and recovery mechanisms</a:t>
            </a:r>
          </a:p>
          <a:p>
            <a:pPr>
              <a:defRPr sz="2000">
                <a:solidFill>
                  <a:srgbClr val="444444"/>
                </a:solidFill>
              </a:defRPr>
            </a:pPr>
            <a:r>
              <a:t>Manages data concurrency and transaction control</a:t>
            </a:r>
          </a:p>
          <a:p>
            <a:pPr>
              <a:defRPr sz="2000">
                <a:solidFill>
                  <a:srgbClr val="444444"/>
                </a:solidFill>
              </a:defRPr>
            </a:pPr>
            <a:r>
              <a:t>Ensures data integrity with constraints and triggers</a:t>
            </a:r>
          </a:p>
          <a:p>
            <a:pPr>
              <a:defRPr sz="2000">
                <a:solidFill>
                  <a:srgbClr val="444444"/>
                </a:solidFill>
              </a:defRPr>
            </a:pPr>
            <a:r>
              <a:t>Supports various data models like relational and NoSQL</a:t>
            </a:r>
          </a:p>
          <a:p>
            <a:pPr>
              <a:defRPr sz="2000">
                <a:solidFill>
                  <a:srgbClr val="444444"/>
                </a:solidFill>
              </a:defRPr>
            </a:pPr>
            <a:r>
              <a:t>Offers query optimization for efficient data retrieval</a:t>
            </a:r>
          </a:p>
          <a:p>
            <a:pPr>
              <a:defRPr sz="2000">
                <a:solidFill>
                  <a:srgbClr val="444444"/>
                </a:solidFill>
              </a:defRPr>
            </a:pPr>
            <a:r>
              <a:t>Supports data mining and business intelligence tools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