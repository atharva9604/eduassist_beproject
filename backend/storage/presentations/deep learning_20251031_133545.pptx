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Generated for: recurrent neural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Recurrent Neural Networks - The 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Overcomes the limitations of traditional Feedforward Neural Networks (FNNs) by introducing 'memory'. While FNNs assume inputs are independent, RNNs are specifically designed to process sequential data (e.g., text, speech, time-series) where the order of information is crucial.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 key innovation is a 'recurrent loop': the output of a hidden layer at a given time step (t) is fed back as an input to the same hidden layer at the next time step (t+1). This allows the network to maintain an internal state or 'context' that captures information about what it has seen so far.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Conceptually, an RNN can be visualized as being 'unrolled' through time. This transforms the loop into a deep network where each layer represents a single time step. Crucially, the same set of weights and biases are shared across all time steps, enabling the network to learn and apply patterns consistently over the sequence.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Recurrent Neural Network - The Core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Introducing the Hidden State: RNNs maintain a 'memory' of past information using a **hidden state (h_t)**. This state vector captures the essence of the sequence seen so far and is passed from one time step to the next, forming the core 'recurrent' loop.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 Recurrent Formula &amp; Parameter Sharing: The hidden state is updated at each step `t` using the current input `x_t` and the previous hidden state `h_{t-1}`. The key is **parameter sharing**: the same weight matrices (W) are used at every step, allowing the network to learn a consistent transition rule for any point in the sequence.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 'Unrolled' View: To visualize the process, the loop is often 'unrolled' into a chain. This shows the RNN as a deep network where each 'layer' represents a time step. This view makes it clear how information flows sequentially and how the output at time 't' depends on all previous inputs.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From Hidden State to Output: The hidden state is the network's internal memory, not necessarily the final prediction. To produce an output `ŷ_t` (e.g., the next word in a sentence), the hidden state `h_t` is typically passed through an additional output layer (e.g., a fully connected layer with a softmax activation).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Recurrent Neural Network - The Core Mechanism: Hidden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The Hidden State (hₜ): The Network's Memory: At the heart of an RNN is the hidden state, a vector that acts as the network's memory. It's designed to capture and carry information from all previous time steps (x₀, x₁, ..., xₜ₋₁) forward, influencing the processing of the current input (xₜ). Think of it as the network's evolving 'summary' or 'context' of the sequence seen so far.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 Recurrence Formula: How Memory is Updated: The magic happens through a simple but powerful recurrence relation, applied at every time step. The new hidden state (hₜ) is a function of the *previous* hidden state (hₜ₋₁) and the *current* input (xₜ). The formula is typically: hₜ = tanh(Wₕₕhₜ₋₁ + Wₓₕxₜ + bₕ). Here, Wₕₕ and Wₓₕ are weight matrices that determine the importance of the previous memory and current input.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Parameter Sharing Across Time: A crucial design choice is that the same set of weights (Wₕₕ, Wₓₕ) and bias (bₕ) are used at every single time step. Instead of learning a separate rule for each position, the network learns a single, general rule for updating its memory. This makes the model incredibly efficient, reduces the number of parameters, and allows it to generalize to sequences of variable lengths.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