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Photosynthesis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Educational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Key Concept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Important point 1 for concept 1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2 for concept 1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3 for concept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5029200"/>
            <a:ext cx="4114800" cy="137160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808080"/>
                </a:solidFill>
              </a:defRPr>
            </a:pPr>
            <a:r>
              <a:t>💡 Visual Suggestion:</a:t>
            </a:r>
          </a:p>
          <a:p>
            <a:r>
              <a:t>Diagram or chart for concept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Key Concept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Important point 1 for concept 2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2 for concept 2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3 for concept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5029200"/>
            <a:ext cx="4114800" cy="137160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808080"/>
                </a:solidFill>
              </a:defRPr>
            </a:pPr>
            <a:r>
              <a:t>💡 Visual Suggestion:</a:t>
            </a:r>
          </a:p>
          <a:p>
            <a:r>
              <a:t>Diagram or chart for concept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Key Concept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Important point 1 for concept 3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2 for concept 3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3 for concept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5029200"/>
            <a:ext cx="4114800" cy="137160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808080"/>
                </a:solidFill>
              </a:defRPr>
            </a:pPr>
            <a:r>
              <a:t>💡 Visual Suggestion:</a:t>
            </a:r>
          </a:p>
          <a:p>
            <a:r>
              <a:t>Diagram or chart for concept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Key Concept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Important point 1 for concept 4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2 for concept 4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3 for concept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5029200"/>
            <a:ext cx="4114800" cy="137160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808080"/>
                </a:solidFill>
              </a:defRPr>
            </a:pPr>
            <a:r>
              <a:t>💡 Visual Suggestion:</a:t>
            </a:r>
          </a:p>
          <a:p>
            <a:r>
              <a:t>Diagram or chart for concept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C00000"/>
                </a:solidFill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1">
                <a:solidFill>
                  <a:srgbClr val="1F497D"/>
                </a:solidFill>
              </a:defRPr>
            </a:pPr>
            <a:r>
              <a:t>Key takeaways from the presentation</a:t>
            </a:r>
          </a:p>
          <a:p>
            <a:pPr>
              <a:defRPr sz="2200" b="1">
                <a:solidFill>
                  <a:srgbClr val="1F497D"/>
                </a:solidFill>
              </a:defRPr>
            </a:pPr>
            <a:r>
              <a:t>Important points to remember</a:t>
            </a:r>
          </a:p>
          <a:p>
            <a:pPr>
              <a:defRPr sz="2200" b="1">
                <a:solidFill>
                  <a:srgbClr val="1F497D"/>
                </a:solidFill>
              </a:defRPr>
            </a:pPr>
            <a:r>
              <a:t>Next steps or further reading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