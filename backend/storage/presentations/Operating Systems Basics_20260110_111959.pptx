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Operating Systems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Operating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Operating Systems involves understanding basic concepts and terminology clearly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act as intermediaries between users and computer hardware components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Basic functions of Operating Systems include process management and memory allocation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platform for running application software and utilities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Operating Systems covers types of Operating Systems and their characteristics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basics include understanding of kernel and user space interactions clearly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principles of Operating Systems involve multitasking and multithreading concepts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basics also cover file systems and storage management techniques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Understanding Operating Systems basics is essential for software development and programming tasks</a:t>
            </a:r>
          </a:p>
        </p:txBody>
      </p:sp>
      <p:pic>
        <p:nvPicPr>
          <p:cNvPr id="4" name="Picture 3" descr="1c79d30a9c10464a8b71d9cdb21f97e0_operating_systems_basics_operating_sy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concept involves process management and memory allocation techniques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Multitasking and multithreading are key architectural features of modern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Kernel is the central component of an Operating System architecture design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drivers interact with hardware components and manage data transfer processes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System calls provide interface between applications and Operating System services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enables efficient use of physical memory and storage resources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systems manage data storage and retrieval operations on storage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Networking architecture enables communication between devices and systems over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features protect Operating System and user data from unauthorized access</a:t>
            </a:r>
          </a:p>
        </p:txBody>
      </p:sp>
      <p:pic>
        <p:nvPicPr>
          <p:cNvPr id="4" name="Picture 3" descr="2e12cdd8752d4e3a85702ef649667dab_operating_systems_basics_operating_sy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Algorithms and data structures form the foundation of operating system design and development processes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Boolean logic and set theory apply to operating system security and access control mechanisms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Computer architecture and mathematics influence operating system performance optimization techniques greatly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Discrete mathematics and graph theory explain operating system scheduling and resource allocation algorithms clearly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Formal language theory and automata help operating system designers create efficient parsing and compilation methods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Graph theory and combinatorics are essential for operating system network topology and protocol analysis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Mathematical modeling and simulation aid operating system researchers in predicting system behavior accurately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Number theory and cryptography enable secure operating system authentication and encryption mechanisms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Probability and statistics are crucial for operating system reliability and fault tolerance analysis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Set theory and category theory provide a mathematical framework for operating system specification and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