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Rnn.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Rnn.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Core Concept / Architecture in the context of Rnn.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Mathematical / Logical Explanation in the context of Rnn.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Applications / Use Cases in the context of Rnn.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Rnn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Recurrent Neural Networks are fundamental components of Deep Learning architectures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are designed to handle sequential data and temporal relationships effectively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Introduction to RNNs involves understanding their basic structure and functionality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are capable of learning long-term dependencies in data sequences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Basic RNNs consist of input, hidden, and output layers with recurrent connections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can be used for tasks such as language modeling and text classification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Understanding RNNs requires knowledge of activation functions and optimization techniques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have many applications in Natural Language Processing and speech recognition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are a crucial part of many state-of-the-art Deep Learning models and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Recurrent Neural Networks utilize sequential data to predict outcomes based on patterns learned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architecture consists of input, hidden, and output layers with recurrent connections enabled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Feedforward connections enable information flow from previous time steps to current step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Activation functions introduce non-linearity to hidden layers for complex pattern recognition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Backpropagation through time is used for training RNN models with sequential data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Vanishing gradients occur when gradients are multiplied, causing loss of information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Gated Recurrent Units and Long Short-Term Memory mitigate vanishing gradient issues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 architecture can be unidirectional or bidirectional, depending on application requirements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Simple RNNs struggle with long-term dependencies, requiring more complex architectures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Recurrent Neural Networks utilize sequential data to predict outcomes based on patterns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employ feedback connections to capture temporal relationships between data points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Activation functions introduce non-linearity to facilitate complex pattern recognition in RNNs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Backpropagation Through Time is used to train RNNs on sequential data efficiently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Vanishing gradients occur when gradients are multiplied, causing learning issues in deep RNNs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Long Short-Term Memory networks address vanishing gradients with memory cells and gates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Gated Recurrent Units simplify LSTMs by merging input and forget gates into one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can be unrolled to visualize the flow of information through time steps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Tensor operations enable efficient computation of RNN weights and biases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Recurrent Neural Networks enable speech recognition systems to transcribe audio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are used in natural language processing for text classification tasks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Time series forecasting with RNNs predicts future stock prices and trends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Sentiment analysis with RNNs evaluates customer opinions and emotions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Language translation systems rely on RNNs for accurate translations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power chatbots and virtual assistants for customer service interactions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Handwriting recognition systems utilize RNNs for accurate character identification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RNNs are applied in music generation and composition to create melodies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Recurrent Neural Networks improve video analysis and action recognition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