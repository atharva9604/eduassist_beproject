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Introduction to the presentation on photosynthesis.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introduction in the context of photosynthesis.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cells in the context of photosynthesis.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chrolophyll in the context of photosynthesis.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sun in the context of photosynthesis.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conclusion in the context of photosynthesis.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photosynthesis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biology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Key concept about introduction in the context of photosynthesis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aspect of introduction relevant to biology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Fundamental principle related to introduction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Practical application of introduction in photosynthesis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Core understanding of introduction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Essential knowledge about introduction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Significant detail regarding introduction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Critical point about introduction in biology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cells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Key concept about cells in the context of photosynthesis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aspect of cells relevant to biology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Fundamental principle related to cells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Practical application of cells in photosynthesis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Core understanding of cells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Essential knowledge about cells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Significant detail regarding cells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Critical point about cells in biology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chrolophyll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Key concept about chrolophyll in the context of photosynthesis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aspect of chrolophyll relevant to biology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Fundamental principle related to chrolophyll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Practical application of chrolophyll in photosynthesis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Core understanding of chrolophyll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Essential knowledge about chrolophyll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Significant detail regarding chrolophyll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Critical point about chrolophyll in biology</a:t>
            </a:r>
          </a:p>
        </p:txBody>
      </p:sp>
      <p:pic>
        <p:nvPicPr>
          <p:cNvPr id="4" name="Picture 3" descr="image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54006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sun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Key concept about sun in the context of photosynthesis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aspect of sun relevant to biology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Fundamental principle related to sun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Practical application of sun in photosynthesis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Core understanding of sun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Essential knowledge about sun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Significant detail regarding sun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Critical point about sun in biology</a:t>
            </a:r>
          </a:p>
        </p:txBody>
      </p:sp>
      <p:pic>
        <p:nvPicPr>
          <p:cNvPr id="4" name="Picture 3" descr="image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3229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Key concept about conclusion in the context of photosynthesis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aspect of conclusion relevant to biology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Fundamental principle related to conclusion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Practical application of conclusion in photosynthesis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Core understanding of conclusion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Essential knowledge about conclusion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Significant detail regarding conclusion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Critical point about conclusion in biology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