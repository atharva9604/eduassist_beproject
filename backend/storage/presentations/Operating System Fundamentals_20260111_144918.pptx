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Introduction to Operating Systems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Process Management Concepts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Memory Management Techniques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Operating System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manage computer hardware and software resources efficiently and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provides a platform for running applications and services seamlessly and securely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Key components of operating systems include process management and memory management functions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control input output operations and device management tasks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Security and authentication mechanisms are crucial components of modern operating systems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File systems and storage management are essential features of operating systems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provide a user interface for interacting with computer systems easily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Multitasking and multithreading capabilities are supported by most modern operating systems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support networking and communication protocols for data exchange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Error handling and debugging mechanisms are important aspects of operating system design</a:t>
            </a:r>
          </a:p>
        </p:txBody>
      </p:sp>
      <p:pic>
        <p:nvPicPr>
          <p:cNvPr id="4" name="Picture 3" descr="5b4ca564a58f4d30849bd01cb4fa07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51846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Process Management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 process is a program in execution with its own memory space.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scheduling determines which process runs at a given time.</a:t>
            </a:r>
          </a:p>
        </p:txBody>
      </p:sp>
      <p:pic>
        <p:nvPicPr>
          <p:cNvPr id="4" name="Picture 3" descr="c1593cac0a934c9cbaab0fd3411d2a98_operating_system_fundamentals_computer_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393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Memory Management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Paging technique divides memory into fixed-size blocks for efficient allocation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Segmentation method divides memory into variable-size blocks for organization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Virtual memory combines physical and secondary storage for increased capacity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Swapping technique involves exchanging pages between main and secondary memory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fragmentation occurs when free memory is broken into small blocks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Heap management involves allocating and deallocating memory for dynamic data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Stack management involves allocating and deallocating memory for function calls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Cache memory stores frequently accessed data for rapid retrieval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protection mechanisms prevent unauthorized access to memory regions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