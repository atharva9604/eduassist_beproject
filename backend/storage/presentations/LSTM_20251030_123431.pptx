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Retrieved from syllabus (subject: General, module: N/A): [Page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Retrieved from syllabus (subject: General, module: N/A): [Page 59] 2 Apply various text preprocessing techniques for any given text: Tokenization and Filtration &amp; Script Validation 3 Apply various other text preprocessing techniques for any given text: Stop Word Removal, Lemmatization / Stemming 4 Perform morphological analysis and word generation for any given text 5 Implement N-Gram model for the given text input 6 Study the different POS taggers and Perform POS tagging on the given text 7 Perform chunking by analyzing the importance of selecting proper features for training a model and size of training 8 Implement Named Entity Recognizer for the given text input 9 Implement Text Similarity Recognizer for the chosen text documents 10 Implement word sense disambiguation using LSTM/GRU 11 Exploratory data analysis of a given text (Word Cloud) 12 Mini Project Report: For any one chosen real world NLP application 13 Implementation and Presentation of Mini Project Useful Links 1 https://nlp-iiith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vlabs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In/List%20of%20experiments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in/List%20of%20experiments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html 2 https://onlinecourses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nptel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ac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in/noc21_cs102/preview 3 https://onlinecourses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nptel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Retrieved from syllabus (subject: General, module: N/A): [Page 59] 2 Apply va...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in/List%20of%20experiments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vlabs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