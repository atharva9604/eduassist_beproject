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&amp; Key Takeaways in the context of {TOPIC}.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{TOPIC}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{SUBJECT}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in {SUBJECT}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Core Concept / Architecture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Core Concept / Architecture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Core Concept / Architecture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Core Concept / Architecture in {SUBJECT}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Mathematical / Logical Explanation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Mathematical / Logical Explanation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Mathematical / Logical Explanation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Mathematical / Logical Explanation in {SUBJECT}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Applications / Use Cases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Applications / Use Cases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Applications / Use Cases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Applications / Use Cases in {SUBJECT}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Summary &amp; Key Takeaways in the context of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Summary &amp; Key Takeaways relevant to {SUBJECT}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Summary &amp; Key Takeaways in {TOPIC}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Summary &amp; Key Takeaways in {SUBJECT}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