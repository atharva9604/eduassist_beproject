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Introduction to the presentation on CNNs.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CNNs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Deep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Convolution Operation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8c49e5a8056a45a787cb82c8a04007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40965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Pooling Layers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15769ada396f4d7288d857fe06ad0fb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51846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CNN Architecture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e753a6c683ea48689d5cee026c52411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30311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Applications of CNNs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a850083d01924b608246dc0f732649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88650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Applications of CNNs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3db7380e0d3746d4ae240f92a3c253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138223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