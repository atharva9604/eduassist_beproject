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nerual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Neural Networks - What Are They?</a:t>
            </a:r>
          </a:p>
        </p:txBody>
      </p:sp>
      <p:sp>
        <p:nvSpPr>
          <p:cNvPr id="3" name="Content Placeholder 2"/>
          <p:cNvSpPr>
            <a:spLocks noGrp="1"/>
          </p:cNvSpPr>
          <p:nvPr>
            <p:ph idx="1"/>
          </p:nvPr>
        </p:nvSpPr>
        <p:spPr/>
        <p:txBody>
          <a:bodyPr/>
          <a:lstStyle/>
          <a:p>
            <a:pPr>
              <a:defRPr sz="2000">
                <a:solidFill>
                  <a:srgbClr val="444444"/>
                </a:solidFill>
              </a:defRPr>
            </a:pPr>
            <a:r>
              <a:t>Inspired by the human brain, Neural Networks (NNs) are computing systems designed to recognize patterns by mimicking the way biological neurons signal to one another. They consist of interconnected 'nodes' or 'neurons' organized in layers.</a:t>
            </a:r>
          </a:p>
          <a:p>
            <a:pPr>
              <a:defRPr sz="2000">
                <a:solidFill>
                  <a:srgbClr val="444444"/>
                </a:solidFill>
              </a:defRPr>
            </a:pPr>
            <a:r>
              <a:t>At their core, NNs are powerful pattern recognition engines. They excel at learning complex relationships and structures within vast amounts of data, such as identifying a face in a photo, understanding spoken language, or predicting future trends.</a:t>
            </a:r>
          </a:p>
          <a:p>
            <a:pPr>
              <a:defRPr sz="2000">
                <a:solidFill>
                  <a:srgbClr val="444444"/>
                </a:solidFill>
              </a:defRPr>
            </a:pPr>
            <a:r>
              <a:t>The key difference from traditional algorithms is that NNs are not explicitly programmed with rules; they *learn* from examples. Through a process called 'training', the network adjusts its internal parameters by analyzing data, gradually improving its performance on a specific task.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Neural Networks - The Biological Inspiration</a:t>
            </a:r>
          </a:p>
        </p:txBody>
      </p:sp>
      <p:sp>
        <p:nvSpPr>
          <p:cNvPr id="3" name="Content Placeholder 2"/>
          <p:cNvSpPr>
            <a:spLocks noGrp="1"/>
          </p:cNvSpPr>
          <p:nvPr>
            <p:ph idx="1"/>
          </p:nvPr>
        </p:nvSpPr>
        <p:spPr/>
        <p:txBody>
          <a:bodyPr/>
          <a:lstStyle/>
          <a:p>
            <a:pPr>
              <a:defRPr sz="2000">
                <a:solidFill>
                  <a:srgbClr val="444444"/>
                </a:solidFill>
              </a:defRPr>
            </a:pPr>
            <a:r>
              <a:t>Neural networks are computational models inspired by the human brain's structure. The brain consists of billions of interconnected biological neurons that process information in a massively parallel way, a concept we try to emulate to solve complex tasks like pattern recognition.</a:t>
            </a:r>
          </a:p>
          <a:p>
            <a:pPr>
              <a:defRPr sz="2000">
                <a:solidFill>
                  <a:srgbClr val="444444"/>
                </a:solidFill>
              </a:defRPr>
            </a:pPr>
            <a:r>
              <a:t>The basic unit is the biological neuron, which receives signals through dendrites, processes them in the cell body (soma), and transmits an output signal via an axon if the combined input signals exceed a certain threshold. This is an 'all-or-nothing' firing mechanism.</a:t>
            </a:r>
          </a:p>
          <a:p>
            <a:pPr>
              <a:defRPr sz="2000">
                <a:solidFill>
                  <a:srgbClr val="444444"/>
                </a:solidFill>
              </a:defRPr>
            </a:pPr>
            <a:r>
              <a:t>We model this process with an 'artificial neuron' or 'perceptron'. It takes multiple weighted inputs (representing signal strength), sums them up, adds a bias (representing the firing threshold), and then uses an 'activation function' to produce a single output value, determining if the artificial neuron 'fires'.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Neural Networks - The Core Building Block: The Neuron</a:t>
            </a:r>
          </a:p>
        </p:txBody>
      </p:sp>
      <p:sp>
        <p:nvSpPr>
          <p:cNvPr id="3" name="Content Placeholder 2"/>
          <p:cNvSpPr>
            <a:spLocks noGrp="1"/>
          </p:cNvSpPr>
          <p:nvPr>
            <p:ph idx="1"/>
          </p:nvPr>
        </p:nvSpPr>
        <p:spPr/>
        <p:txBody>
          <a:bodyPr/>
          <a:lstStyle/>
          <a:p>
            <a:pPr>
              <a:defRPr sz="2000">
                <a:solidFill>
                  <a:srgbClr val="444444"/>
                </a:solidFill>
              </a:defRPr>
            </a:pPr>
            <a:r>
              <a:t>The fundamental unit of a neural network is the **neuron** (or perceptron), a simple computational node inspired by its biological counterpart. Its job is to receive multiple input signals, perform a calculation, and produce a single output signal.</a:t>
            </a:r>
          </a:p>
          <a:p>
            <a:pPr>
              <a:defRPr sz="2000">
                <a:solidFill>
                  <a:srgbClr val="444444"/>
                </a:solidFill>
              </a:defRPr>
            </a:pPr>
            <a:r>
              <a:t>Each input to the neuron has an associated **weight**, which represents the importance of that input. The neuron multiplies each input value by its weight and sums them all together. An additional value, the **bias**, is added to this sum to adjust the output.</a:t>
            </a:r>
          </a:p>
          <a:p>
            <a:pPr>
              <a:defRPr sz="2000">
                <a:solidFill>
                  <a:srgbClr val="444444"/>
                </a:solidFill>
              </a:defRPr>
            </a:pPr>
            <a:r>
              <a:t>Finally, this weighted sum is passed through a non-linear **activation function** (e.g., Sigmoid, ReLU). This function determines the final output, essentially deciding whether the neuron should "fire" and pass on a signal. This non-linearity is critical for the network to learn complex patterns.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