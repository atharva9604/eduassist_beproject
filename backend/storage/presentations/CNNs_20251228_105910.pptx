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Introduce the topic: CNNs. Explain its importance and relevance.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1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2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key concept 3 in detail. Provide examples and engage students.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Summarize the key points. Emphasize important takeaways and encourage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Educational Presentation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1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1</a:t>
            </a:r>
          </a:p>
        </p:txBody>
      </p:sp>
      <p:pic>
        <p:nvPicPr>
          <p:cNvPr id="4" name="Picture 3" descr="d6ac338fd59940f8b8f4571b40943e4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04726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2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2</a:t>
            </a:r>
          </a:p>
        </p:txBody>
      </p:sp>
      <p:pic>
        <p:nvPicPr>
          <p:cNvPr id="4" name="Picture 3" descr="756214cdf1f34b329f41ba1193c6696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9815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Key Concept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Important point 1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2 for concept 3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point 3 for concept 3</a:t>
            </a:r>
          </a:p>
        </p:txBody>
      </p:sp>
      <p:pic>
        <p:nvPicPr>
          <p:cNvPr id="4" name="Picture 3" descr="d27ca731b11744378bafb2622543c7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4943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C00000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497D"/>
                </a:solidFill>
              </a:defRPr>
            </a:pPr>
            <a:r>
              <a:t>Key takeaways from the presentation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Important points to remember</a:t>
            </a:r>
          </a:p>
          <a:p>
            <a:pPr>
              <a:defRPr sz="2200" b="1">
                <a:solidFill>
                  <a:srgbClr val="1F497D"/>
                </a:solidFill>
              </a:defRPr>
            </a:pPr>
            <a:r>
              <a:t>Next steps or further reading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