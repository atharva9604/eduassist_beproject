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to Operating Systems in the context of Operating System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Process Management in OS in the context of Operating System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Memory Management in OS in the context of Operating System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Process management handles creation, execution, and termination of processes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management allocates and deallocates memory for running programs and applications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File system management provides a hierarchical structure for storing and retrieving files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Input/Output management controls data transfer between devices and the computer system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Security and authentication components protect the system from unauthorized access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Networking components enable communication between devices and other computer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Interrupt handling manages asynchronous events and interrupts from hardware devices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Resource allocation manages hardware resources such as CPU, memory, and I/O devices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Device management controls and coordinates hardware devices and peripherals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User interface components provide interaction between the user and the operating system</a:t>
            </a:r>
          </a:p>
        </p:txBody>
      </p:sp>
      <p:pic>
        <p:nvPicPr>
          <p:cNvPr id="4" name="Picture 3" descr="9f38d00f9c4740b9a3f7efac65bc72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13822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Process Management in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Process creation and termination are managed by the operating system efficiently.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synchronization ensures multiple processes access shared resources safely and securely.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operating system schedules processes to optimize system performance and throughput.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communication enables data exchange between processes using inter-process communication mechanisms.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Context switching allows the operating system to switch between processes quickly and efficiently.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states include ready, running, waiting, and zombie, each with distinct characteristics.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operating system provides process management services, including process creation and deletion.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priority scheduling allocates system resources based on process priority levels and requirements.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operating system manages process threads to improve system responsiveness and performance.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management interfaces provide system calls for process creation, synchronization, and communication.</a:t>
            </a:r>
          </a:p>
        </p:txBody>
      </p:sp>
      <p:pic>
        <p:nvPicPr>
          <p:cNvPr id="4" name="Picture 3" descr="9dc1c8c36b6644b79f9f76d27684b0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Memory Management in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Memory Management involves allocating and deallocating memory for running programs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combines physical and secondary storage for increased capacity and flexibility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Paging technique divides memory into fixed-size blocks for efficient allocation and deallocation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method divides memory into variable-size blocks for better memory utilization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Protection prevents unauthorized access to memory regions for security and stability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Cache Memory provides fast access to frequently used data for improved performance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Allocation algorithms manage free memory and satisfy memory requests from programs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Swapping technique involves exchanging pages or processes between main and secondary memory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Memory-Mapped Files enable direct access to files on disk for efficient data transfer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Demand Paging loads pages into memory only when required for efficient memory use</a:t>
            </a:r>
          </a:p>
        </p:txBody>
      </p:sp>
      <p:pic>
        <p:nvPicPr>
          <p:cNvPr id="4" name="Picture 3" descr="9dc1c8c36b6644b79f9f76d27684b0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51846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