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machine learning</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Generated for: recurrent nerual network</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Recurrent Neural Networks - Introduction to Sequential Memory</a:t>
            </a:r>
          </a:p>
        </p:txBody>
      </p:sp>
      <p:sp>
        <p:nvSpPr>
          <p:cNvPr id="3" name="Content Placeholder 2"/>
          <p:cNvSpPr>
            <a:spLocks noGrp="1"/>
          </p:cNvSpPr>
          <p:nvPr>
            <p:ph idx="1"/>
          </p:nvPr>
        </p:nvSpPr>
        <p:spPr/>
        <p:txBody>
          <a:bodyPr/>
          <a:lstStyle/>
          <a:p>
            <a:pPr>
              <a:defRPr sz="2000">
                <a:solidFill>
                  <a:srgbClr val="444444"/>
                </a:solidFill>
              </a:defRPr>
            </a:pPr>
            <a:r>
              <a:t>Unlike traditional feedforward networks that treat inputs independently, RNNs are specifically designed for sequential data (e.g., text, time series, audio) by introducing the concept of 'memory'.</a:t>
            </a:r>
          </a:p>
          <a:p>
            <a:pPr>
              <a:defRPr sz="2000">
                <a:solidFill>
                  <a:srgbClr val="444444"/>
                </a:solidFill>
              </a:defRPr>
            </a:pPr>
            <a:r>
              <a:t>The core idea is a 'recurrent loop': the output from a previous step is fed back as an input to the current step. This allows the network to persist information over time, creating a short-term memory of past events.</a:t>
            </a:r>
          </a:p>
          <a:p>
            <a:pPr>
              <a:defRPr sz="2000">
                <a:solidFill>
                  <a:srgbClr val="444444"/>
                </a:solidFill>
              </a:defRPr>
            </a:pPr>
            <a:r>
              <a:t>This 'memory' is stored in a hidden state vector. At each time step, the hidden state is updated based on both the current input and the hidden state from the previous step, effectively summarizing the sequence's history.</a:t>
            </a:r>
          </a:p>
          <a:p>
            <a:pPr>
              <a:defRPr sz="2000">
                <a:solidFill>
                  <a:srgbClr val="444444"/>
                </a:solidFill>
              </a:defRPr>
            </a:pPr>
            <a:r>
              <a:t>This architecture makes RNNs powerful for tasks where context is key, such as predicting the next word in a sentence, translating languages, or analyzing financial time-series data.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Recurrent Neural Network - The Core Architecture</a:t>
            </a:r>
          </a:p>
        </p:txBody>
      </p:sp>
      <p:sp>
        <p:nvSpPr>
          <p:cNvPr id="3" name="Content Placeholder 2"/>
          <p:cNvSpPr>
            <a:spLocks noGrp="1"/>
          </p:cNvSpPr>
          <p:nvPr>
            <p:ph idx="1"/>
          </p:nvPr>
        </p:nvSpPr>
        <p:spPr/>
        <p:txBody>
          <a:bodyPr/>
          <a:lstStyle/>
          <a:p>
            <a:pPr>
              <a:defRPr sz="2000">
                <a:solidFill>
                  <a:srgbClr val="444444"/>
                </a:solidFill>
              </a:defRPr>
            </a:pPr>
            <a:r>
              <a:t>The defining feature of an RNN is the 'recurrent loop.' The output from a previous time step is fed back as an input to the current time step. This allows the network to maintain a 'memory' or context of past information.</a:t>
            </a:r>
          </a:p>
          <a:p>
            <a:pPr>
              <a:defRPr sz="2000">
                <a:solidFill>
                  <a:srgbClr val="444444"/>
                </a:solidFill>
              </a:defRPr>
            </a:pPr>
            <a:r>
              <a:t>This memory is stored in a hidden state vector (h_t). At each time step 't', the hidden state is calculated as a function of both the current input (x_t) and the previous hidden state (h_t-1), enabling information to persist through the sequence.</a:t>
            </a:r>
          </a:p>
          <a:p>
            <a:pPr>
              <a:defRPr sz="2000">
                <a:solidFill>
                  <a:srgbClr val="444444"/>
                </a:solidFill>
              </a:defRPr>
            </a:pPr>
            <a:r>
              <a:t>Conceptually, an RNN can be 'unrolled' through time. This transforms the network with a loop into a deep feedforward-like network where each layer corresponds to a time step. This visualization is crucial for understanding how RNNs are trained (e.g., Backpropagation Through Time).</a:t>
            </a:r>
          </a:p>
          <a:p>
            <a:pPr>
              <a:defRPr sz="2000">
                <a:solidFill>
                  <a:srgbClr val="444444"/>
                </a:solidFill>
              </a:defRPr>
            </a:pPr>
            <a:r>
              <a:t>A critical aspect is parameter sharing. The same set of weights (e.g., for input-to-hidden, hidden-to-hidden transitions) and biases are used at every time step. This makes the model computationally efficient and allows it to generalize learning across sequences of varying lengths.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Recurrent Neural Network - Architecture &amp; Information Flow</a:t>
            </a:r>
          </a:p>
        </p:txBody>
      </p:sp>
      <p:sp>
        <p:nvSpPr>
          <p:cNvPr id="3" name="Content Placeholder 2"/>
          <p:cNvSpPr>
            <a:spLocks noGrp="1"/>
          </p:cNvSpPr>
          <p:nvPr>
            <p:ph idx="1"/>
          </p:nvPr>
        </p:nvSpPr>
        <p:spPr/>
        <p:txBody>
          <a:bodyPr/>
          <a:lstStyle/>
          <a:p>
            <a:pPr>
              <a:defRPr sz="2000">
                <a:solidFill>
                  <a:srgbClr val="444444"/>
                </a:solidFill>
              </a:defRPr>
            </a:pPr>
            <a:r>
              <a:t>To visualize computation, we 'unroll' the recurrent loop through time, creating a deep chain-like architecture. This reveals a distinct network layer for each time step, but crucially, all layers share the exact same set of learned weights.</a:t>
            </a:r>
          </a:p>
          <a:p>
            <a:pPr>
              <a:defRPr sz="2000">
                <a:solidFill>
                  <a:srgbClr val="444444"/>
                </a:solidFill>
              </a:defRPr>
            </a:pPr>
            <a:r>
              <a:t>The core of the RNN is its 'hidden state' (h_t), which acts as the network's memory. At each time step 't', the new hidden state is calculated by combining the current input (x_t) with the hidden state from the previous step (h_t-1) using an activation function.</a:t>
            </a:r>
          </a:p>
          <a:p>
            <a:pPr>
              <a:defRPr sz="2000">
                <a:solidFill>
                  <a:srgbClr val="444444"/>
                </a:solidFill>
              </a:defRPr>
            </a:pPr>
            <a:r>
              <a:t>This hidden state carries a compressed summary of all previous inputs in the sequence. This 'memory' allows the network to make informed decisions based on context, enabling it to understand relationships between events that are separated by many time steps.</a:t>
            </a:r>
          </a:p>
          <a:p>
            <a:pPr>
              <a:defRPr sz="2000">
                <a:solidFill>
                  <a:srgbClr val="444444"/>
                </a:solidFill>
              </a:defRPr>
            </a:pPr>
            <a:r>
              <a:t>Weight sharing is a fundamental principle. By using the same weight matrices for every step, the model learns a single, generalizable rule for processing sequential information. This drastically reduces the number of parameters compared to a standard deep network of the same length.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