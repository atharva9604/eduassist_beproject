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Computer Engineering presentation covering multiple topics. Today we'll explore: Introduction to Operating Systems, Process Management, Memory Management.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Welcome to the introduction of operating systems, a crucial component of computer engineering. In this section, we will explore the fundamentals and overview of operating systems. We will discuss how operating systems manage computer hardware and software resources, provide a platform for running applications, and ensure security and authentication.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 this section, we will introduce the basics of operating systems, including their primary functions and key characteristics. We will explore how operating systems manage computer hardware and software resources, and provide a platform for running applications and services. This foundational knowledge is essential for understanding the role of operating systems in computer engineering.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 this section, we will introduce the basics of operating systems, including their functions, types, and characteristics. We will explore how operating systems manage computer hardware and software resources, and provide a platform for running applications and services. This will lay the foundation for further discussion on operating system design, implementation, and management.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Computer Engineering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Introduction to Operating Systems, Process Management, Memory Management</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Operating Systems: Fundamentals and Overview</a:t>
            </a:r>
          </a:p>
        </p:txBody>
      </p:sp>
      <p:sp>
        <p:nvSpPr>
          <p:cNvPr id="3" name="Content Placeholder 2"/>
          <p:cNvSpPr>
            <a:spLocks noGrp="1"/>
          </p:cNvSpPr>
          <p:nvPr>
            <p:ph idx="1"/>
          </p:nvPr>
        </p:nvSpPr>
        <p:spPr/>
        <p:txBody>
          <a:bodyPr/>
          <a:lstStyle/>
          <a:p>
            <a:pPr>
              <a:defRPr sz="2000">
                <a:solidFill>
                  <a:srgbClr val="444444"/>
                </a:solidFill>
              </a:defRPr>
            </a:pPr>
            <a:r>
              <a:t>Manages computer hardware and software resources efficiently always</a:t>
            </a:r>
          </a:p>
          <a:p>
            <a:pPr>
              <a:defRPr sz="2000">
                <a:solidFill>
                  <a:srgbClr val="444444"/>
                </a:solidFill>
              </a:defRPr>
            </a:pPr>
            <a:r>
              <a:t>Provides platform for running applications and services smoothly</a:t>
            </a:r>
          </a:p>
          <a:p>
            <a:pPr>
              <a:defRPr sz="2000">
                <a:solidFill>
                  <a:srgbClr val="444444"/>
                </a:solidFill>
              </a:defRPr>
            </a:pPr>
            <a:r>
              <a:t>Controls input output and storage devices effectively always</a:t>
            </a:r>
          </a:p>
          <a:p>
            <a:pPr>
              <a:defRPr sz="2000">
                <a:solidFill>
                  <a:srgbClr val="444444"/>
                </a:solidFill>
              </a:defRPr>
            </a:pPr>
            <a:r>
              <a:t>Manages memory and CPU allocation for optimal performance</a:t>
            </a:r>
          </a:p>
          <a:p>
            <a:pPr>
              <a:defRPr sz="2000">
                <a:solidFill>
                  <a:srgbClr val="444444"/>
                </a:solidFill>
              </a:defRPr>
            </a:pPr>
            <a:r>
              <a:t>Ensures security and authentication for authorized access only</a:t>
            </a:r>
          </a:p>
          <a:p>
            <a:pPr>
              <a:defRPr sz="2000">
                <a:solidFill>
                  <a:srgbClr val="444444"/>
                </a:solidFill>
              </a:defRPr>
            </a:pPr>
            <a:r>
              <a:t>Supports multitasking and multithreading for increased productivity</a:t>
            </a:r>
          </a:p>
          <a:p>
            <a:pPr>
              <a:defRPr sz="2000">
                <a:solidFill>
                  <a:srgbClr val="444444"/>
                </a:solidFill>
              </a:defRPr>
            </a:pPr>
            <a:r>
              <a:t>Handles interrupts and exceptions for reliable operation always</a:t>
            </a:r>
          </a:p>
          <a:p>
            <a:pPr>
              <a:defRPr sz="2000">
                <a:solidFill>
                  <a:srgbClr val="444444"/>
                </a:solidFill>
              </a:defRPr>
            </a:pPr>
            <a:r>
              <a:t>Provides utility programs for maintenance and troubleshooting purposes</a:t>
            </a:r>
          </a:p>
          <a:p>
            <a:pPr>
              <a:defRPr sz="2000">
                <a:solidFill>
                  <a:srgbClr val="444444"/>
                </a:solidFill>
              </a:defRPr>
            </a:pPr>
            <a:r>
              <a:t>Enables communication between hardware and software components seamlessly</a:t>
            </a:r>
          </a:p>
        </p:txBody>
      </p:sp>
      <p:pic>
        <p:nvPicPr>
          <p:cNvPr id="4" name="Picture 3" descr="1a16e1e0b467420186e1cae431a6afc3.jpg"/>
          <p:cNvPicPr>
            <a:picLocks noChangeAspect="1"/>
          </p:cNvPicPr>
          <p:nvPr/>
        </p:nvPicPr>
        <p:blipFill>
          <a:blip r:embed="rId2"/>
          <a:stretch>
            <a:fillRect/>
          </a:stretch>
        </p:blipFill>
        <p:spPr>
          <a:xfrm>
            <a:off x="7315200" y="1828800"/>
            <a:ext cx="4114800" cy="2886501"/>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Operating Systems: Fundamentals and Concepts</a:t>
            </a:r>
          </a:p>
        </p:txBody>
      </p:sp>
      <p:sp>
        <p:nvSpPr>
          <p:cNvPr id="3" name="Content Placeholder 2"/>
          <p:cNvSpPr>
            <a:spLocks noGrp="1"/>
          </p:cNvSpPr>
          <p:nvPr>
            <p:ph idx="1"/>
          </p:nvPr>
        </p:nvSpPr>
        <p:spPr/>
        <p:txBody>
          <a:bodyPr/>
          <a:lstStyle/>
          <a:p>
            <a:pPr>
              <a:defRPr sz="2000">
                <a:solidFill>
                  <a:srgbClr val="444444"/>
                </a:solidFill>
              </a:defRPr>
            </a:pPr>
            <a:r>
              <a:t>Manages computer hardware and software resources efficiently always</a:t>
            </a:r>
          </a:p>
          <a:p>
            <a:pPr>
              <a:defRPr sz="2000">
                <a:solidFill>
                  <a:srgbClr val="444444"/>
                </a:solidFill>
              </a:defRPr>
            </a:pPr>
            <a:r>
              <a:t>Provides platform for running applications and services smoothly</a:t>
            </a:r>
          </a:p>
          <a:p>
            <a:pPr>
              <a:defRPr sz="2000">
                <a:solidFill>
                  <a:srgbClr val="444444"/>
                </a:solidFill>
              </a:defRPr>
            </a:pPr>
            <a:r>
              <a:t>Controls input output and storage devices operations effectively</a:t>
            </a:r>
          </a:p>
          <a:p>
            <a:pPr>
              <a:defRPr sz="2000">
                <a:solidFill>
                  <a:srgbClr val="444444"/>
                </a:solidFill>
              </a:defRPr>
            </a:pPr>
            <a:r>
              <a:t>Handles memory management and allocation tasks automatically</a:t>
            </a:r>
          </a:p>
          <a:p>
            <a:pPr>
              <a:defRPr sz="2000">
                <a:solidFill>
                  <a:srgbClr val="444444"/>
                </a:solidFill>
              </a:defRPr>
            </a:pPr>
            <a:r>
              <a:t>Supports multitasking and multithreading capabilities seamlessly</a:t>
            </a:r>
          </a:p>
          <a:p>
            <a:pPr>
              <a:defRPr sz="2000">
                <a:solidFill>
                  <a:srgbClr val="444444"/>
                </a:solidFill>
              </a:defRPr>
            </a:pPr>
            <a:r>
              <a:t>Ensures security and authentication mechanisms are in place</a:t>
            </a:r>
          </a:p>
          <a:p>
            <a:pPr>
              <a:defRPr sz="2000">
                <a:solidFill>
                  <a:srgbClr val="444444"/>
                </a:solidFill>
              </a:defRPr>
            </a:pPr>
            <a:r>
              <a:t>Manages file systems and directory structures perfectly</a:t>
            </a:r>
          </a:p>
          <a:p>
            <a:pPr>
              <a:defRPr sz="2000">
                <a:solidFill>
                  <a:srgbClr val="444444"/>
                </a:solidFill>
              </a:defRPr>
            </a:pPr>
            <a:r>
              <a:t>Provides utility programs for maintenance and troubleshooting purposes</a:t>
            </a:r>
          </a:p>
          <a:p>
            <a:pPr>
              <a:defRPr sz="2000">
                <a:solidFill>
                  <a:srgbClr val="444444"/>
                </a:solidFill>
              </a:defRPr>
            </a:pPr>
            <a:r>
              <a:t>Optimizes system performance and responsiveness always</a:t>
            </a:r>
          </a:p>
        </p:txBody>
      </p:sp>
      <p:pic>
        <p:nvPicPr>
          <p:cNvPr id="4" name="Picture 3" descr="67e4aab21ed2484280cb9d3cf67e680b.jpg"/>
          <p:cNvPicPr>
            <a:picLocks noChangeAspect="1"/>
          </p:cNvPicPr>
          <p:nvPr/>
        </p:nvPicPr>
        <p:blipFill>
          <a:blip r:embed="rId2"/>
          <a:stretch>
            <a:fillRect/>
          </a:stretch>
        </p:blipFill>
        <p:spPr>
          <a:xfrm>
            <a:off x="7315200" y="1828800"/>
            <a:ext cx="4114800" cy="1382233"/>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Operating Systems: Fundamentals and Concepts</a:t>
            </a:r>
          </a:p>
        </p:txBody>
      </p:sp>
      <p:sp>
        <p:nvSpPr>
          <p:cNvPr id="3" name="Content Placeholder 2"/>
          <p:cNvSpPr>
            <a:spLocks noGrp="1"/>
          </p:cNvSpPr>
          <p:nvPr>
            <p:ph idx="1"/>
          </p:nvPr>
        </p:nvSpPr>
        <p:spPr/>
        <p:txBody>
          <a:bodyPr/>
          <a:lstStyle/>
          <a:p>
            <a:pPr>
              <a:defRPr sz="2000">
                <a:solidFill>
                  <a:srgbClr val="444444"/>
                </a:solidFill>
              </a:defRPr>
            </a:pPr>
            <a:r>
              <a:t>Manages computer hardware and software resources efficiently always</a:t>
            </a:r>
          </a:p>
          <a:p>
            <a:pPr>
              <a:defRPr sz="2000">
                <a:solidFill>
                  <a:srgbClr val="444444"/>
                </a:solidFill>
              </a:defRPr>
            </a:pPr>
            <a:r>
              <a:t>Provides platform for running applications and services smoothly</a:t>
            </a:r>
          </a:p>
          <a:p>
            <a:pPr>
              <a:defRPr sz="2000">
                <a:solidFill>
                  <a:srgbClr val="444444"/>
                </a:solidFill>
              </a:defRPr>
            </a:pPr>
            <a:r>
              <a:t>Controls input output and storage devices effectively always</a:t>
            </a:r>
          </a:p>
          <a:p>
            <a:pPr>
              <a:defRPr sz="2000">
                <a:solidFill>
                  <a:srgbClr val="444444"/>
                </a:solidFill>
              </a:defRPr>
            </a:pPr>
            <a:r>
              <a:t>Manages memory and CPU allocation for optimal performance</a:t>
            </a:r>
          </a:p>
          <a:p>
            <a:pPr>
              <a:defRPr sz="2000">
                <a:solidFill>
                  <a:srgbClr val="444444"/>
                </a:solidFill>
              </a:defRPr>
            </a:pPr>
            <a:r>
              <a:t>Handles file systems and storage management securely always</a:t>
            </a:r>
          </a:p>
          <a:p>
            <a:pPr>
              <a:defRPr sz="2000">
                <a:solidFill>
                  <a:srgbClr val="444444"/>
                </a:solidFill>
              </a:defRPr>
            </a:pPr>
            <a:r>
              <a:t>Supports networking and communication protocols seamlessly</a:t>
            </a:r>
          </a:p>
          <a:p>
            <a:pPr>
              <a:defRPr sz="2000">
                <a:solidFill>
                  <a:srgbClr val="444444"/>
                </a:solidFill>
              </a:defRPr>
            </a:pPr>
            <a:r>
              <a:t>Ensures security and authentication mechanisms are intact</a:t>
            </a:r>
          </a:p>
          <a:p>
            <a:pPr>
              <a:defRPr sz="2000">
                <a:solidFill>
                  <a:srgbClr val="444444"/>
                </a:solidFill>
              </a:defRPr>
            </a:pPr>
            <a:r>
              <a:t>Provides user interface for interaction and customization options</a:t>
            </a:r>
          </a:p>
          <a:p>
            <a:pPr>
              <a:defRPr sz="2000">
                <a:solidFill>
                  <a:srgbClr val="444444"/>
                </a:solidFill>
              </a:defRPr>
            </a:pPr>
            <a:r>
              <a:t>Optimizes system performance and responsiveness always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