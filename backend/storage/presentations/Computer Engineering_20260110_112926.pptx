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Welcome to the Computer Engineering presentation covering multiple topics. Today we'll explore: Operating Systems Basics, Introduction to Operating Systems, Process Management Concepts, Memory Management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cover the basics of operating systems, including their primary functions and key characteristics. The operating system acts as an intermediary between computer hardware and user-level applications. We will explore how it manages resources, provides a platform for applications, and supports various system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cover the basics of operating systems, including their primary functions and key characteristics. Operating systems play a crucial role in managing computer hardware and software resources. We will explore how operating systems provide a platform for running applications and services, and how they manage memory, storage, and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explore the basics of operating systems, including their primary functions and key characteristics. Operating systems play a crucial role in managing computer resources and providing a platform for running applications. We will discuss the different types of operating systems and their features in subsequent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Generated for: Operating Systems Basics, Introduction to Operating Systems, Process Management Concepts, Memory Management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 software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operations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file system and data storage management tasks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capabilities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system security and access control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and CPU allocation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interaction and feedback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networking and communication protocols</a:t>
            </a:r>
          </a:p>
        </p:txBody>
      </p:sp>
      <p:pic>
        <p:nvPicPr>
          <p:cNvPr id="4" name="Picture 3" descr="3fe96f7434c74f7b8d196f5c224454c7_operating_systems_basics_introduction_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Part 2: Introduction to Operating System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and storage for optimal performance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user interface and experience intuitively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security and authentication mechanisms strongly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capabilities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file systems and directories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</p:txBody>
      </p:sp>
      <p:pic>
        <p:nvPicPr>
          <p:cNvPr id="4" name="Picture 3" descr="e30be5f6826644e49593b939f65341e8_operating_systems_basics_introduction_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Part 3: Introduction to Operating Systems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for user data and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capabilities fully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and storage allocation dynamically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interaction and navigation easily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errors and exceptions gracefully always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