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Indexing and Hashing, Introduction to Indexing and Hashing, Need for Indexing in Databases, Types of Indexing Techniques, Hashing Methods in DBMS, Applications and Advantages.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how these techniques enhance database performance. Provide examples of different index types, such as B-tree and hash indexes, and discuss their applications in query optimization. Ask students how indexing and hashing can improve data retrieval efficiency in various database management systems. Key takeaways include understanding the role of indexing and hashing in database query performance and their uses in different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that both are techniques used to improve the efficiency of data retrieval and storage in databases. Provide examples of how indexing is used in relational databases to support range queries and sorting, while hashing is used in NoSQL databases and caching to support fast insert and delete operations. Ask students to consider the trade-offs between indexing and hashing, such as the overhead of maintaining indexes versus the potential for hash collisions. Key takeaways include understanding the basic concepts of indexing and hashing, their applications, and the importance of choosing the right technique for a given use case.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how these concepts enhance database query performance and data management. Provide examples of B-tree indexing and hash tables, highlighting their respective strengths. Discuss the trade-offs between indexing and hashing, and ask students to consider scenarios where each approach is more suitable. Key takeaways include understanding the role of indexing and hashing in optimizing database operations and recognizing their applications in real-world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and hashing, explain how these techniques are fundamental to database management systems. Provide examples of how indexing improves query performance in relational databases and how hashing is used in NoSQL databases. Ask students to consider scenarios where indexing and hashing are particularly useful, such as in data warehouses or big data analytics. Key takeaways should include understanding the basic concepts of indexing and hashing, their applications, and how they contribute to efficient database operation.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teaching this topic, emphasize the importance of indexing and hashing in database management systems. Provide examples of how indexing improves query performance and how hashing enables fast data lookup. Ask students to consider scenarios where indexing and hashing are crucial, such as in big data analytics or e-commerce databases. Key takeaways include understanding the basics of indexing and hashing, their applications, and how they contribute to efficient data management.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Indexing and Hashing, Introduction to Indexing and Hashing, Need for Indexing in Databases, Types of Indexing Techniques, Hashing Methods in DBMS, Applications and Advantages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enhances database query performance significantly</a:t>
            </a:r>
          </a:p>
          <a:p>
            <a:pPr>
              <a:defRPr sz="2000">
                <a:solidFill>
                  <a:srgbClr val="444444"/>
                </a:solidFill>
              </a:defRPr>
            </a:pPr>
            <a:r>
              <a:t>Hashing enables efficient data retrieval and storage</a:t>
            </a:r>
          </a:p>
          <a:p>
            <a:pPr>
              <a:defRPr sz="2000">
                <a:solidFill>
                  <a:srgbClr val="444444"/>
                </a:solidFill>
              </a:defRPr>
            </a:pPr>
            <a:r>
              <a:t>Indexing supports fast data retrieval and manipulation</a:t>
            </a:r>
          </a:p>
          <a:p>
            <a:pPr>
              <a:defRPr sz="2000">
                <a:solidFill>
                  <a:srgbClr val="444444"/>
                </a:solidFill>
              </a:defRPr>
            </a:pPr>
            <a:r>
              <a:t>Hash functions map large data to fixed-size values</a:t>
            </a:r>
          </a:p>
          <a:p>
            <a:pPr>
              <a:defRPr sz="2000">
                <a:solidFill>
                  <a:srgbClr val="444444"/>
                </a:solidFill>
              </a:defRPr>
            </a:pPr>
            <a:r>
              <a:t>Index types include B-tree, hash, and bitmap indexes</a:t>
            </a:r>
          </a:p>
          <a:p>
            <a:pPr>
              <a:defRPr sz="2000">
                <a:solidFill>
                  <a:srgbClr val="444444"/>
                </a:solidFill>
              </a:defRPr>
            </a:pPr>
            <a:r>
              <a:t>Hashing used in database query optimization techniques</a:t>
            </a:r>
          </a:p>
          <a:p>
            <a:pPr>
              <a:defRPr sz="2000">
                <a:solidFill>
                  <a:srgbClr val="444444"/>
                </a:solidFill>
              </a:defRPr>
            </a:pPr>
            <a:r>
              <a:t>Indexing and hashing improve data retrieval efficiency</a:t>
            </a:r>
          </a:p>
          <a:p>
            <a:pPr>
              <a:defRPr sz="2000">
                <a:solidFill>
                  <a:srgbClr val="444444"/>
                </a:solidFill>
              </a:defRPr>
            </a:pPr>
            <a:r>
              <a:t>Supports fast query execution and data manipulation</a:t>
            </a:r>
          </a:p>
          <a:p>
            <a:pPr>
              <a:defRPr sz="2000">
                <a:solidFill>
                  <a:srgbClr val="444444"/>
                </a:solidFill>
              </a:defRPr>
            </a:pPr>
            <a:r>
              <a:t>Used in various database management systems widely</a:t>
            </a:r>
          </a:p>
        </p:txBody>
      </p:sp>
      <p:pic>
        <p:nvPicPr>
          <p:cNvPr id="4" name="Picture 3" descr="f41f19e620004859839eb0ab50be8bc0_indexing_and_hashing_introduction_to_ind.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fast data retrieval and storage</a:t>
            </a:r>
          </a:p>
          <a:p>
            <a:pPr>
              <a:defRPr sz="2000">
                <a:solidFill>
                  <a:srgbClr val="444444"/>
                </a:solidFill>
              </a:defRPr>
            </a:pPr>
            <a:r>
              <a:t>Indexing uses data structures like B-trees</a:t>
            </a:r>
          </a:p>
          <a:p>
            <a:pPr>
              <a:defRPr sz="2000">
                <a:solidFill>
                  <a:srgbClr val="444444"/>
                </a:solidFill>
              </a:defRPr>
            </a:pPr>
            <a:r>
              <a:t>Hashing uses functions to map keys to values</a:t>
            </a:r>
          </a:p>
          <a:p>
            <a:pPr>
              <a:defRPr sz="2000">
                <a:solidFill>
                  <a:srgbClr val="444444"/>
                </a:solidFill>
              </a:defRPr>
            </a:pPr>
            <a:r>
              <a:t>Indexing supports range queries and sorting</a:t>
            </a:r>
          </a:p>
          <a:p>
            <a:pPr>
              <a:defRPr sz="2000">
                <a:solidFill>
                  <a:srgbClr val="444444"/>
                </a:solidFill>
              </a:defRPr>
            </a:pPr>
            <a:r>
              <a:t>Hashing supports fast insert and delete operations</a:t>
            </a:r>
          </a:p>
          <a:p>
            <a:pPr>
              <a:defRPr sz="2000">
                <a:solidFill>
                  <a:srgbClr val="444444"/>
                </a:solidFill>
              </a:defRPr>
            </a:pPr>
            <a:r>
              <a:t>Indexing is used in relational databases</a:t>
            </a:r>
          </a:p>
          <a:p>
            <a:pPr>
              <a:defRPr sz="2000">
                <a:solidFill>
                  <a:srgbClr val="444444"/>
                </a:solidFill>
              </a:defRPr>
            </a:pPr>
            <a:r>
              <a:t>Hashing is used in NoSQL databases and caching</a:t>
            </a:r>
          </a:p>
          <a:p>
            <a:pPr>
              <a:defRPr sz="2000">
                <a:solidFill>
                  <a:srgbClr val="444444"/>
                </a:solidFill>
              </a:defRPr>
            </a:pPr>
            <a:r>
              <a:t>Indexing can be clustered or non-clustered</a:t>
            </a:r>
          </a:p>
          <a:p>
            <a:pPr>
              <a:defRPr sz="2000">
                <a:solidFill>
                  <a:srgbClr val="444444"/>
                </a:solidFill>
              </a:defRPr>
            </a:pPr>
            <a:r>
              <a:t>Hashing can be linear or quadratic probing</a:t>
            </a:r>
          </a:p>
        </p:txBody>
      </p:sp>
      <p:pic>
        <p:nvPicPr>
          <p:cNvPr id="4" name="Picture 3" descr="94354074fecb463facc431103f2f321a_indexing_and_hashing_introduction_to_ind.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Hashing enables efficient data retrieval and storage</a:t>
            </a:r>
          </a:p>
          <a:p>
            <a:pPr>
              <a:defRPr sz="2000">
                <a:solidFill>
                  <a:srgbClr val="444444"/>
                </a:solidFill>
              </a:defRPr>
            </a:pPr>
            <a:r>
              <a:t>B-tree indexing supports range queries and sorting</a:t>
            </a:r>
          </a:p>
          <a:p>
            <a:pPr>
              <a:defRPr sz="2000">
                <a:solidFill>
                  <a:srgbClr val="444444"/>
                </a:solidFill>
              </a:defRPr>
            </a:pPr>
            <a:r>
              <a:t>Hash tables facilitate fast lookup and insertion</a:t>
            </a:r>
          </a:p>
          <a:p>
            <a:pPr>
              <a:defRPr sz="2000">
                <a:solidFill>
                  <a:srgbClr val="444444"/>
                </a:solidFill>
              </a:defRPr>
            </a:pPr>
            <a:r>
              <a:t>Indexing reduces disk I/O operations and time</a:t>
            </a:r>
          </a:p>
          <a:p>
            <a:pPr>
              <a:defRPr sz="2000">
                <a:solidFill>
                  <a:srgbClr val="444444"/>
                </a:solidFill>
              </a:defRPr>
            </a:pPr>
            <a:r>
              <a:t>Hashing is useful for duplicate detection and removal</a:t>
            </a:r>
          </a:p>
          <a:p>
            <a:pPr>
              <a:defRPr sz="2000">
                <a:solidFill>
                  <a:srgbClr val="444444"/>
                </a:solidFill>
              </a:defRPr>
            </a:pPr>
            <a:r>
              <a:t>Composite indexing supports multiple attribute queries</a:t>
            </a:r>
          </a:p>
          <a:p>
            <a:pPr>
              <a:defRPr sz="2000">
                <a:solidFill>
                  <a:srgbClr val="444444"/>
                </a:solidFill>
              </a:defRPr>
            </a:pPr>
            <a:r>
              <a:t>Secondary indexing enhances query flexibility and speed</a:t>
            </a:r>
          </a:p>
          <a:p>
            <a:pPr>
              <a:defRPr sz="2000">
                <a:solidFill>
                  <a:srgbClr val="444444"/>
                </a:solidFill>
              </a:defRPr>
            </a:pPr>
            <a:r>
              <a:t>Indexing and hashing are optimized for query workloads</a:t>
            </a:r>
          </a:p>
          <a:p>
            <a:pPr>
              <a:defRPr sz="2000">
                <a:solidFill>
                  <a:srgbClr val="444444"/>
                </a:solidFill>
              </a:defRPr>
            </a:pPr>
            <a:r>
              <a:t>Database systems use indexing and hashing for efficiency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 - Introduction</a:t>
            </a:r>
          </a:p>
        </p:txBody>
      </p:sp>
      <p:sp>
        <p:nvSpPr>
          <p:cNvPr id="3" name="Content Placeholder 2"/>
          <p:cNvSpPr>
            <a:spLocks noGrp="1"/>
          </p:cNvSpPr>
          <p:nvPr>
            <p:ph idx="1"/>
          </p:nvPr>
        </p:nvSpPr>
        <p:spPr/>
        <p:txBody>
          <a:bodyPr/>
          <a:lstStyle/>
          <a:p>
            <a:pPr>
              <a:defRPr sz="2000">
                <a:solidFill>
                  <a:srgbClr val="444444"/>
                </a:solidFill>
              </a:defRPr>
            </a:pPr>
            <a:r>
              <a:t>Indexing and hashing enhance database query performance</a:t>
            </a:r>
          </a:p>
          <a:p>
            <a:pPr>
              <a:defRPr sz="2000">
                <a:solidFill>
                  <a:srgbClr val="444444"/>
                </a:solidFill>
              </a:defRPr>
            </a:pPr>
            <a:r>
              <a:t>Indexing reduces data retrieval time and costs</a:t>
            </a:r>
          </a:p>
          <a:p>
            <a:pPr>
              <a:defRPr sz="2000">
                <a:solidFill>
                  <a:srgbClr val="444444"/>
                </a:solidFill>
              </a:defRPr>
            </a:pPr>
            <a:r>
              <a:t>Hashing enables efficient data storage and retrieval</a:t>
            </a:r>
          </a:p>
          <a:p>
            <a:pPr>
              <a:defRPr sz="2000">
                <a:solidFill>
                  <a:srgbClr val="444444"/>
                </a:solidFill>
              </a:defRPr>
            </a:pPr>
            <a:r>
              <a:t>Indexing uses data structures like B-trees and heaps</a:t>
            </a:r>
          </a:p>
          <a:p>
            <a:pPr>
              <a:defRPr sz="2000">
                <a:solidFill>
                  <a:srgbClr val="444444"/>
                </a:solidFill>
              </a:defRPr>
            </a:pPr>
            <a:r>
              <a:t>Hashing uses functions to map data to fixed sizes</a:t>
            </a:r>
          </a:p>
          <a:p>
            <a:pPr>
              <a:defRPr sz="2000">
                <a:solidFill>
                  <a:srgbClr val="444444"/>
                </a:solidFill>
              </a:defRPr>
            </a:pPr>
            <a:r>
              <a:t>Database indexing improves query optimization</a:t>
            </a:r>
          </a:p>
          <a:p>
            <a:pPr>
              <a:defRPr sz="2000">
                <a:solidFill>
                  <a:srgbClr val="444444"/>
                </a:solidFill>
              </a:defRPr>
            </a:pPr>
            <a:r>
              <a:t>Hashing supports fast data insertion and deletion</a:t>
            </a:r>
          </a:p>
          <a:p>
            <a:pPr>
              <a:defRPr sz="2000">
                <a:solidFill>
                  <a:srgbClr val="444444"/>
                </a:solidFill>
              </a:defRPr>
            </a:pPr>
            <a:r>
              <a:t>Indexing and hashing are crucial in big data analytics</a:t>
            </a:r>
          </a:p>
          <a:p>
            <a:pPr>
              <a:defRPr sz="2000">
                <a:solidFill>
                  <a:srgbClr val="444444"/>
                </a:solidFill>
              </a:defRPr>
            </a:pPr>
            <a:r>
              <a:t>Real-world applications include data warehouses and databases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 - Fundamentals</a:t>
            </a:r>
          </a:p>
        </p:txBody>
      </p:sp>
      <p:sp>
        <p:nvSpPr>
          <p:cNvPr id="3" name="Content Placeholder 2"/>
          <p:cNvSpPr>
            <a:spLocks noGrp="1"/>
          </p:cNvSpPr>
          <p:nvPr>
            <p:ph idx="1"/>
          </p:nvPr>
        </p:nvSpPr>
        <p:spPr/>
        <p:txBody>
          <a:bodyPr/>
          <a:lstStyle/>
          <a:p>
            <a:pPr>
              <a:defRPr sz="2000">
                <a:solidFill>
                  <a:srgbClr val="444444"/>
                </a:solidFill>
              </a:defRPr>
            </a:pPr>
            <a:r>
              <a:t>Indexing improves data retrieval efficiency in databases.</a:t>
            </a:r>
          </a:p>
          <a:p>
            <a:pPr>
              <a:defRPr sz="2000">
                <a:solidFill>
                  <a:srgbClr val="444444"/>
                </a:solidFill>
              </a:defRPr>
            </a:pPr>
            <a:r>
              <a:t>Hashing enables fast data lookup and storage.</a:t>
            </a:r>
          </a:p>
          <a:p>
            <a:pPr>
              <a:defRPr sz="2000">
                <a:solidFill>
                  <a:srgbClr val="444444"/>
                </a:solidFill>
              </a:defRPr>
            </a:pPr>
            <a:r>
              <a:t>Indexing uses data structures like B-trees and hash tables.</a:t>
            </a:r>
          </a:p>
          <a:p>
            <a:pPr>
              <a:defRPr sz="2000">
                <a:solidFill>
                  <a:srgbClr val="444444"/>
                </a:solidFill>
              </a:defRPr>
            </a:pPr>
            <a:r>
              <a:t>Hash functions map large data to fixed-size values.</a:t>
            </a:r>
          </a:p>
          <a:p>
            <a:pPr>
              <a:defRPr sz="2000">
                <a:solidFill>
                  <a:srgbClr val="444444"/>
                </a:solidFill>
              </a:defRPr>
            </a:pPr>
            <a:r>
              <a:t>Indexing supports query optimization and data sorting.</a:t>
            </a:r>
          </a:p>
          <a:p>
            <a:pPr>
              <a:defRPr sz="2000">
                <a:solidFill>
                  <a:srgbClr val="444444"/>
                </a:solidFill>
              </a:defRPr>
            </a:pPr>
            <a:r>
              <a:t>Hashing is used in cryptography and data compression.</a:t>
            </a:r>
          </a:p>
          <a:p>
            <a:pPr>
              <a:defRPr sz="2000">
                <a:solidFill>
                  <a:srgbClr val="444444"/>
                </a:solidFill>
              </a:defRPr>
            </a:pPr>
            <a:r>
              <a:t>Database indexing enhances query performance and speed.</a:t>
            </a:r>
          </a:p>
          <a:p>
            <a:pPr>
              <a:defRPr sz="2000">
                <a:solidFill>
                  <a:srgbClr val="444444"/>
                </a:solidFill>
              </a:defRPr>
            </a:pPr>
            <a:r>
              <a:t>Hash tables store key-value pairs for fast lookup.</a:t>
            </a:r>
          </a:p>
          <a:p>
            <a:pPr>
              <a:defRPr sz="2000">
                <a:solidFill>
                  <a:srgbClr val="444444"/>
                </a:solidFill>
              </a:defRPr>
            </a:pPr>
            <a:r>
              <a:t>Indexing and hashing are crucial in big data analytics.</a:t>
            </a:r>
          </a:p>
          <a:p>
            <a:pPr>
              <a:defRPr sz="2000">
                <a:solidFill>
                  <a:srgbClr val="444444"/>
                </a:solidFill>
              </a:defRPr>
            </a:pPr>
            <a:r>
              <a:t>Efficient indexing and hashing reduce data retrieval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