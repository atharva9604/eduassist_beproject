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RNNs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Recurrent Neural Networks utilize sequential data to make predictions and decisions effectively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are designed to handle temporal relationships in data, such as time series forecasting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Basic RNNs consist of input, hidden, and output layers, processing sequential data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can learn patterns and relationships in sequential data, like speech or text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Long Short-Term Memory networks are a type of RNN, addressing vanishing gradients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Gated Recurrent Units are another type of RNN, simplifying LSTM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are commonly used in natural language processing, speech recognition tasks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can be trained using backpropagation through time, optimizing weights and biases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have applications in machine translation, sentiment analysis, and text classification</a:t>
            </a:r>
          </a:p>
        </p:txBody>
      </p:sp>
      <p:pic>
        <p:nvPicPr>
          <p:cNvPr id="4" name="Picture 3" descr="892d48886b1d44a39b61650eb0c1c03b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Recurrent Neural Networks utilize sequential data to predict outcomes effectively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consist of input gate, output gate, and forget gate components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Feedback connections enable RNNs to retain information over time sequences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Cell state and hidden state are crucial components in RNN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can be trained using backpropagation through time algorithms effectively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Simple RNNs are vulnerable to vanishing gradient problems during training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Long Short-Term Memory networks are advanced RNN variants with improved performance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Gated Recurrent Units are another type of RNN with fewer parameters required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Bidirectional RNNs process input sequences in both forward and backward directions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are widely applied in natural language processing and speech recognition tasks</a:t>
            </a:r>
          </a:p>
        </p:txBody>
      </p:sp>
      <p:pic>
        <p:nvPicPr>
          <p:cNvPr id="4" name="Picture 3" descr="89f5ad065f6f42a4841a2b122be6075d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Recurrent Neural Networks utilize sequential data through feedback connections and nonlinear activation functions.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process input sequences one element at a time, maintaining internal state for context.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Backpropagation Through Time is used for training RNNs, adjusting weights and biases.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vanishing gradient problem is a common issue in RNNs, impacting learning and stability.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Long Short-Term Memory networks address this issue with memory cells and gates.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Gated Recurrent Units simplify LSTMs, using update and reset gates for state management.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can be further extended with attention mechanisms, focusing on relevant input sequences.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Mathematical formulations of RNNs involve recursive equations, capturing dynamic system behavior.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Training RNNs requires careful initialization and regularization to prevent overfitting and instability.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