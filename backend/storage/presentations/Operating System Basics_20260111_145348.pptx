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Operating System Basics.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the exact content provided for Introduction to Operating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the exact content provided for Functions of an Operating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Operating System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Computer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An operating system acts as an interface between user and hardware.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It manages system resources such as CPU, memory, and I/O devices.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Examples include Windows, Linux, and macOS.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Functions of an Operating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Process management handles creation and scheduling of processes.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management allocates and deallocates main memory.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File management organizes data storage and retrieval.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