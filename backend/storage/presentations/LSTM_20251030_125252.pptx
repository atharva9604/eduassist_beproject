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You expert teacher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You are an expert teacher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Your task is to generate a complete, educational PowerPoint presentation for the topic: 'LSTM', subject: 'General', module: 'N/A'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- You must use your own knowledge to create detailed, classroom-style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- content below (if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- The content below (if present) is syllabus reference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 it only to guide you or check for alignment, but DO NOT simply copy wording or bullet points verbatim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- If syllabus content isn't available, rely on your own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- Always explain, elaborate, and create clear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- Always explain, elaborate, and create clear slide points for a teacher to present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Syllabus (for reference): [Page 59] 2 Apply various text preprocessing techniques for any given text: Tokenization and Filtration &amp; Script Validation 3 Apply various other text preprocessing techniques for any given text: Stop Word Removal, Lemmatization / Stemming 4 Perform morphological analysis and word generation for any given text 5 Implement N-Gram model for the given text input 6 Study the different POS taggers and Perform POS tagging on the given text 7 Perform chunking by analyzing the importance of selecting proper features for training a model and size of training 8 Implement Named Entity Recognizer for the given text input 9 Implement Text Similarity Recognizer for the chosen text documents 10 Implement word sense disambiguation using LSTM/GRU 11 Exploratory data analysis of a given text (Word Cloud) 12 Mini Project Report: For any one chosen real world NLP application 13 Implementation and Presentation of Mini Project Useful Links 1 https://nlp-iiith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ac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in/List%20of%20experiments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html 2 https://onlinecourses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You are an expert teacher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- The content below (if present) is syllabus reference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- Always explain, elaborate, and create clear slide points for a teacher to p...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