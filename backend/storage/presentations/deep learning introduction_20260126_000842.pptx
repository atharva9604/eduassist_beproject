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deep learning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in the context of deep learning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Core Concept / Architecture in the context of deep learning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Mathematical / Logical Explanation in the context of deep learning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Applications / Use Cases in the context of deep learning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Summary &amp; Key Takeaways in the context of deep learning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deep learning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Introduction in the context of deep learning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Introduction relevant to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Introduction in deep learning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Introduction in deep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Core Concept / Architecture in the context of deep learning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Core Concept / Architecture relevant to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Core Concept / Architecture in deep learning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Core Concept / Architecture in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Mathematical / Logical Explanation in the context of deep learning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Mathematical / Logical Explanation relevant to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Mathematical / Logical Explanation in deep learning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Mathematical / Logical Explanation in deep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 /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Applications / Use Cases in the context of deep learning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Applications / Use Cases relevant to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Applications / Use Cases in deep learning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Applications / Use Cases in deep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Summary &amp; Key Takeaways in the context of deep learning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Summary &amp; Key Takeaways relevant to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Summary &amp; Key Takeaways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Summary &amp; Key Takeaways in deep learning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Summary &amp; Key Takeaways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Summary &amp; Key Takeaways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Summary &amp; Key Takeaways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Summary &amp; Key Takeaways in deep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