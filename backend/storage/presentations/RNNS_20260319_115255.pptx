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ext cx="6019800" cy="0"/>
          </a:xfrm>
        </p:spPr>
        <p:txBody>
          <a:bodyPr/>
          <a:lstStyle/>
          <a:p>
            <a:pPr/>
            <a:r>
              <a:t>Recurrent Neural Networks are a type of deep learning model.</a:t>
            </a:r>
          </a:p>
          <a:p>
            <a:pPr/>
            <a:r>
              <a:t>RNNS are designed to handle sequential data and time series forecasting.</a:t>
            </a:r>
          </a:p>
          <a:p>
            <a:pPr/>
            <a:r>
              <a:t>They have feedback connections that allow information to loop back.</a:t>
            </a:r>
          </a:p>
          <a:p>
            <a:pPr/>
            <a:r>
              <a:t>This looping back of information allows the model to keep track of state.</a:t>
            </a:r>
          </a:p>
          <a:p>
            <a:pPr/>
            <a:r>
              <a:t>The architecture of RNNS consists of an input layer and hidden layers.</a:t>
            </a:r>
          </a:p>
          <a:p>
            <a:pPr/>
            <a:r>
              <a:t>The hidden layers are where the sequential data is processed and patterns learned.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fc8d837a1d4a44918349ea740372c57a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ext cx="6019800" cy="0"/>
          </a:xfrm>
        </p:spPr>
        <p:txBody>
          <a:bodyPr/>
          <a:lstStyle/>
          <a:p>
            <a:pPr/>
            <a:r>
              <a:t>Recurrent Neural Networks (RNNs) are a type of neural network designed for sequential data processing.</a:t>
            </a:r>
          </a:p>
          <a:p>
            <a:pPr/>
            <a:r>
              <a:t>The core concept of RNNs involves recursive feedback connections that enable information retention.</a:t>
            </a:r>
          </a:p>
          <a:p>
            <a:pPr/>
            <a:r>
              <a:t>RNNs consist of an input layer, a hidden layer, and an output layer with interconnected nodes.</a:t>
            </a:r>
          </a:p>
          <a:p>
            <a:pPr/>
            <a:r>
              <a:t>The hidden layer retains internal state, allowing the network to keep track of context and make predictions.</a:t>
            </a:r>
          </a:p>
          <a:p>
            <a:pPr/>
            <a:r>
              <a:t>h_t = tanh(Wx_t + Uh_{t-1}) represents the mathematical formulation of the hidden state update process.</a:t>
            </a:r>
          </a:p>
          <a:p>
            <a:pPr/>
            <a:r>
              <a:t>RNNs can be further divided into subcategories, including Simple RNNs, LSTMs, and GRUs, each with unique strengths.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7d5b618b5561429db04361da0d27bd90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utilize sequential data to predict outcomes.</a:t>
            </a:r>
          </a:p>
          <a:p>
            <a:pPr/>
            <a:r>
              <a:t>The mathematical formulation of RNNs involves recursive equations.</a:t>
            </a:r>
          </a:p>
          <a:p>
            <a:pPr/>
            <a:r>
              <a:t>h_t = tanh(Wx_t + Uh_{t-1}) represents the hidden state calculation.</a:t>
            </a:r>
          </a:p>
          <a:p>
            <a:pPr/>
            <a:r>
              <a:t>RNNs can learn long-term patterns and dependencies in data sequences.</a:t>
            </a:r>
          </a:p>
          <a:p>
            <a:pPr/>
            <a:r>
              <a:t>Backpropagation through time is used for training RNN models effectively.</a:t>
            </a:r>
          </a:p>
          <a:p>
            <a:pPr/>
            <a:r>
              <a:t>Vanishing gradients are a common issue in deep RNN architectures.</a:t>
            </a:r>
          </a:p>
          <a:p>
            <a:pPr/>
            <a:r>
              <a:t>Gated Recurrent Units and Long Short-Term Memory solve this problem.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are used in language modeling tasks.</a:t>
            </a:r>
          </a:p>
          <a:p>
            <a:pPr/>
            <a:r>
              <a:t>RNNS are applied in speech recognition systems effectively.</a:t>
            </a:r>
          </a:p>
          <a:p>
            <a:pPr/>
            <a:r>
              <a:t>They are utilized in time series forecasting and prediction.</a:t>
            </a:r>
          </a:p>
          <a:p>
            <a:pPr/>
            <a:r>
              <a:t>RNNS are also used in machine translation tasks successfully.</a:t>
            </a:r>
          </a:p>
          <a:p>
            <a:pPr/>
            <a:r>
              <a:t>Sentiment analysis and text classification use RNNS extensively.</a:t>
            </a:r>
          </a:p>
          <a:p>
            <a:pPr/>
            <a:r>
              <a:t>Handwriting recognition systems rely on RNNS for accuracy.</a:t>
            </a:r>
          </a:p>
          <a:p>
            <a:pPr/>
            <a:r>
              <a:t>Natural Language Processing uses RNNS for intent detection.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