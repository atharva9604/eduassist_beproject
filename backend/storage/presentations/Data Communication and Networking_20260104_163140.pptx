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Data Communication and Networking presentation covering multiple topics. Today we'll explore: Create a 3-slide PPT on Computer Networks., Subject: Data Communication and Networking, Slide titles:, Slide 1: Introduction to Computer Networks, Slide 2: Types of Computer Networks, Slide 3: Advantages of Computer Networks, Generate content for each slide based on its 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computer networks and their importance in modern communication. Explain the different types of networks, protocols, and architectures. Provide examples of network applications, such as email and file sharing. Ask students to consider the security risks associated with networking and how they can be mitigated. Key takeaways include understanding the basics of computer networks and their role in facilitating communication and data exchange.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concept of computer networks, highlighting the importance of resource sharing and data exchange. Provide examples of different network types and topologies, and discuss the role of devices and protocols in facilitating communication. Ask students to consider the applications and services supported by networks, and introduce the concept of network security. Key takeaways include understanding network fundamentals and recognizing the significance of networks in modern computing.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 Communication and Networking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3-slide PPT on Computer Networks., Subject: Data Communication and Networking, Slide titles:, Slide 1: Introduction to Computer Networks, Slide 2: Types of Computer Networks, Slide 3: Advantages of Computer Networks, Generate content for each slide based on its title.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Introduction</a:t>
            </a:r>
          </a:p>
        </p:txBody>
      </p:sp>
      <p:sp>
        <p:nvSpPr>
          <p:cNvPr id="3" name="Content Placeholder 2"/>
          <p:cNvSpPr>
            <a:spLocks noGrp="1"/>
          </p:cNvSpPr>
          <p:nvPr>
            <p:ph idx="1"/>
          </p:nvPr>
        </p:nvSpPr>
        <p:spPr/>
        <p:txBody>
          <a:bodyPr/>
          <a:lstStyle/>
          <a:p>
            <a:pPr>
              <a:defRPr sz="2000">
                <a:solidFill>
                  <a:srgbClr val="444444"/>
                </a:solidFill>
              </a:defRPr>
            </a:pPr>
            <a:r>
              <a:t>Computer networks connect devices for data exchange</a:t>
            </a:r>
          </a:p>
          <a:p>
            <a:pPr>
              <a:defRPr sz="2000">
                <a:solidFill>
                  <a:srgbClr val="444444"/>
                </a:solidFill>
              </a:defRPr>
            </a:pPr>
            <a:r>
              <a:t>Enables communication between devices and servers</a:t>
            </a:r>
          </a:p>
          <a:p>
            <a:pPr>
              <a:defRPr sz="2000">
                <a:solidFill>
                  <a:srgbClr val="444444"/>
                </a:solidFill>
              </a:defRPr>
            </a:pPr>
            <a:r>
              <a:t>Types include LAN, WAN, and Wi-Fi networks</a:t>
            </a:r>
          </a:p>
          <a:p>
            <a:pPr>
              <a:defRPr sz="2000">
                <a:solidFill>
                  <a:srgbClr val="444444"/>
                </a:solidFill>
              </a:defRPr>
            </a:pPr>
            <a:r>
              <a:t>Networks use protocols like TCP/IP and HTTP</a:t>
            </a:r>
          </a:p>
          <a:p>
            <a:pPr>
              <a:defRPr sz="2000">
                <a:solidFill>
                  <a:srgbClr val="444444"/>
                </a:solidFill>
              </a:defRPr>
            </a:pPr>
            <a:r>
              <a:t>Data transmission occurs through packets and routing</a:t>
            </a:r>
          </a:p>
          <a:p>
            <a:pPr>
              <a:defRPr sz="2000">
                <a:solidFill>
                  <a:srgbClr val="444444"/>
                </a:solidFill>
              </a:defRPr>
            </a:pPr>
            <a:r>
              <a:t>Network topology includes star, bus, and ring</a:t>
            </a:r>
          </a:p>
          <a:p>
            <a:pPr>
              <a:defRPr sz="2000">
                <a:solidFill>
                  <a:srgbClr val="444444"/>
                </a:solidFill>
              </a:defRPr>
            </a:pPr>
            <a:r>
              <a:t>Network architecture includes client-server model</a:t>
            </a:r>
          </a:p>
          <a:p>
            <a:pPr>
              <a:defRPr sz="2000">
                <a:solidFill>
                  <a:srgbClr val="444444"/>
                </a:solidFill>
              </a:defRPr>
            </a:pPr>
            <a:r>
              <a:t>Internet is a global network of interconnected devices</a:t>
            </a:r>
          </a:p>
          <a:p>
            <a:pPr>
              <a:defRPr sz="2000">
                <a:solidFill>
                  <a:srgbClr val="444444"/>
                </a:solidFill>
              </a:defRPr>
            </a:pPr>
            <a:r>
              <a:t>Networks provide services like email and file sharing</a:t>
            </a:r>
          </a:p>
          <a:p>
            <a:pPr>
              <a:defRPr sz="2000">
                <a:solidFill>
                  <a:srgbClr val="444444"/>
                </a:solidFill>
              </a:defRPr>
            </a:pPr>
            <a:r>
              <a:t>Security measures include firewalls and encryption</a:t>
            </a:r>
          </a:p>
        </p:txBody>
      </p:sp>
      <p:pic>
        <p:nvPicPr>
          <p:cNvPr id="4" name="Picture 3" descr="03dc7a06f2f7409eabb1f2f6fd62bdf1_create_a_3-slide_ppt_on_computer_network.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Introduction</a:t>
            </a:r>
          </a:p>
        </p:txBody>
      </p:sp>
      <p:sp>
        <p:nvSpPr>
          <p:cNvPr id="3" name="Content Placeholder 2"/>
          <p:cNvSpPr>
            <a:spLocks noGrp="1"/>
          </p:cNvSpPr>
          <p:nvPr>
            <p:ph idx="1"/>
          </p:nvPr>
        </p:nvSpPr>
        <p:spPr/>
        <p:txBody>
          <a:bodyPr/>
          <a:lstStyle/>
          <a:p>
            <a:pPr>
              <a:defRPr sz="2000">
                <a:solidFill>
                  <a:srgbClr val="444444"/>
                </a:solidFill>
              </a:defRPr>
            </a:pPr>
            <a:r>
              <a:t>Computer networks defined as interconnected devices</a:t>
            </a:r>
          </a:p>
          <a:p>
            <a:pPr>
              <a:defRPr sz="2000">
                <a:solidFill>
                  <a:srgbClr val="444444"/>
                </a:solidFill>
              </a:defRPr>
            </a:pPr>
            <a:r>
              <a:t>Sharing resources through wired or wireless links</a:t>
            </a:r>
          </a:p>
          <a:p>
            <a:pPr>
              <a:defRPr sz="2000">
                <a:solidFill>
                  <a:srgbClr val="444444"/>
                </a:solidFill>
              </a:defRPr>
            </a:pPr>
            <a:r>
              <a:t>Networks enable data communication and exchange</a:t>
            </a:r>
          </a:p>
          <a:p>
            <a:pPr>
              <a:defRPr sz="2000">
                <a:solidFill>
                  <a:srgbClr val="444444"/>
                </a:solidFill>
              </a:defRPr>
            </a:pPr>
            <a:r>
              <a:t>Types of networks include LAN, WAN, MAN</a:t>
            </a:r>
          </a:p>
          <a:p>
            <a:pPr>
              <a:defRPr sz="2000">
                <a:solidFill>
                  <a:srgbClr val="444444"/>
                </a:solidFill>
              </a:defRPr>
            </a:pPr>
            <a:r>
              <a:t>Network topology refers to physical layout</a:t>
            </a:r>
          </a:p>
          <a:p>
            <a:pPr>
              <a:defRPr sz="2000">
                <a:solidFill>
                  <a:srgbClr val="444444"/>
                </a:solidFill>
              </a:defRPr>
            </a:pPr>
            <a:r>
              <a:t>Devices include routers, switches, and modems</a:t>
            </a:r>
          </a:p>
          <a:p>
            <a:pPr>
              <a:defRPr sz="2000">
                <a:solidFill>
                  <a:srgbClr val="444444"/>
                </a:solidFill>
              </a:defRPr>
            </a:pPr>
            <a:r>
              <a:t>Network protocols ensure reliable data transfer</a:t>
            </a:r>
          </a:p>
          <a:p>
            <a:pPr>
              <a:defRPr sz="2000">
                <a:solidFill>
                  <a:srgbClr val="444444"/>
                </a:solidFill>
              </a:defRPr>
            </a:pPr>
            <a:r>
              <a:t>Examples include internet, intranet, extranet</a:t>
            </a:r>
          </a:p>
          <a:p>
            <a:pPr>
              <a:defRPr sz="2000">
                <a:solidFill>
                  <a:srgbClr val="444444"/>
                </a:solidFill>
              </a:defRPr>
            </a:pPr>
            <a:r>
              <a:t>Networks support various applications and services</a:t>
            </a:r>
          </a:p>
          <a:p>
            <a:pPr>
              <a:defRPr sz="2000">
                <a:solidFill>
                  <a:srgbClr val="444444"/>
                </a:solidFill>
              </a:defRPr>
            </a:pPr>
            <a:r>
              <a:t>Security measures protect against cyber threats</a:t>
            </a:r>
          </a:p>
        </p:txBody>
      </p:sp>
      <p:pic>
        <p:nvPicPr>
          <p:cNvPr id="4" name="Picture 3" descr="4bb1bc1c7b9147dc8c95c0294d1b4a02_create_a_3-slide_ppt_on_computer_network.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3-slide PPT on Computer Networks. - Part 3</a:t>
            </a:r>
          </a:p>
        </p:txBody>
      </p:sp>
      <p:sp>
        <p:nvSpPr>
          <p:cNvPr id="3" name="Content Placeholder 2"/>
          <p:cNvSpPr>
            <a:spLocks noGrp="1"/>
          </p:cNvSpPr>
          <p:nvPr>
            <p:ph idx="1"/>
          </p:nvPr>
        </p:nvSpPr>
        <p:spPr/>
        <p:txBody>
          <a:bodyPr/>
          <a:lstStyle/>
          <a:p>
            <a:pPr>
              <a:defRPr sz="2000">
                <a:solidFill>
                  <a:srgbClr val="444444"/>
                </a:solidFill>
              </a:defRPr>
            </a:pPr>
            <a:r>
              <a:t>(AI could not generate this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