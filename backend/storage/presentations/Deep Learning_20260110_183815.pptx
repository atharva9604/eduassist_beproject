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Create a 3-slide PPT on RNNs., Subject: Deep Learning, Use the default slide structure., Generate all content yourself., Add relevant images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Recurrent Neural Networks, or RNNs, are a fundamental component of deep learning, particularly useful for sequential data. They can capture temporal relationships and patterns in data, making them suitable for applications like language modeling and speech recognition. RNNs have several components, including input, output, and forget gates, which help in processing sequential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delve into the basics of RNNs, exploring their architecture and training methods. We will also discuss the challenges associated with RNNs, such as vanishing gradients, and how they are addressed through variants like LSTMs and GRUs. Additionally, we will examine the applications of RNNs in various fields, including language modeling and time series forecasting.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Recurrent Neural Networks are a type of deep learning model that is particularly well-suited for sequential data. They have a wide range of applications, including language modeling, speech recognition, and time series forecasting. RNNs can be used for both supervised and unsupervised learning tasks, and are often used in combination with other deep learning models.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Create a 3-slide PPT on RNNs., Subject: Deep Learning, Use the default slide structure., Generate all content yourself., Add relevant images automatically.</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Recurrent Neural Networks (RNNs) Basics</a:t>
            </a:r>
          </a:p>
        </p:txBody>
      </p:sp>
      <p:sp>
        <p:nvSpPr>
          <p:cNvPr id="3" name="Content Placeholder 2"/>
          <p:cNvSpPr>
            <a:spLocks noGrp="1"/>
          </p:cNvSpPr>
          <p:nvPr>
            <p:ph idx="1"/>
          </p:nvPr>
        </p:nvSpPr>
        <p:spPr/>
        <p:txBody>
          <a:bodyPr/>
          <a:lstStyle/>
          <a:p>
            <a:pPr>
              <a:defRPr sz="2000">
                <a:solidFill>
                  <a:srgbClr val="444444"/>
                </a:solidFill>
              </a:defRPr>
            </a:pPr>
            <a:r>
              <a:t>RNNs are a type of neural network for sequential data processing</a:t>
            </a:r>
          </a:p>
          <a:p>
            <a:pPr>
              <a:defRPr sz="2000">
                <a:solidFill>
                  <a:srgbClr val="444444"/>
                </a:solidFill>
              </a:defRPr>
            </a:pPr>
            <a:r>
              <a:t>Capable of handling temporal relationships and time-series data</a:t>
            </a:r>
          </a:p>
          <a:p>
            <a:pPr>
              <a:defRPr sz="2000">
                <a:solidFill>
                  <a:srgbClr val="444444"/>
                </a:solidFill>
              </a:defRPr>
            </a:pPr>
            <a:r>
              <a:t>Consist of input gate, output gate, and forget gate components</a:t>
            </a:r>
          </a:p>
          <a:p>
            <a:pPr>
              <a:defRPr sz="2000">
                <a:solidFill>
                  <a:srgbClr val="444444"/>
                </a:solidFill>
              </a:defRPr>
            </a:pPr>
            <a:r>
              <a:t>Use backpropagation through time for training and optimization</a:t>
            </a:r>
          </a:p>
          <a:p>
            <a:pPr>
              <a:defRPr sz="2000">
                <a:solidFill>
                  <a:srgbClr val="444444"/>
                </a:solidFill>
              </a:defRPr>
            </a:pPr>
            <a:r>
              <a:t>Can be used for language modeling, text classification, and generation</a:t>
            </a:r>
          </a:p>
          <a:p>
            <a:pPr>
              <a:defRPr sz="2000">
                <a:solidFill>
                  <a:srgbClr val="444444"/>
                </a:solidFill>
              </a:defRPr>
            </a:pPr>
            <a:r>
              <a:t>Effective for speech recognition, machine translation, and chatbots</a:t>
            </a:r>
          </a:p>
          <a:p>
            <a:pPr>
              <a:defRPr sz="2000">
                <a:solidFill>
                  <a:srgbClr val="444444"/>
                </a:solidFill>
              </a:defRPr>
            </a:pPr>
            <a:r>
              <a:t>RNNs can learn long-term dependencies and patterns in data</a:t>
            </a:r>
          </a:p>
          <a:p>
            <a:pPr>
              <a:defRPr sz="2000">
                <a:solidFill>
                  <a:srgbClr val="444444"/>
                </a:solidFill>
              </a:defRPr>
            </a:pPr>
            <a:r>
              <a:t>Vanishing gradients and exploding gradients are common issues</a:t>
            </a:r>
          </a:p>
          <a:p>
            <a:pPr>
              <a:defRPr sz="2000">
                <a:solidFill>
                  <a:srgbClr val="444444"/>
                </a:solidFill>
              </a:defRPr>
            </a:pPr>
            <a:r>
              <a:t>LSTM and GRU are popular variants of RNNs for improved performance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Part 2: Recurrent Neural Networks (RNNs) Fundamentals</a:t>
            </a:r>
          </a:p>
        </p:txBody>
      </p:sp>
      <p:sp>
        <p:nvSpPr>
          <p:cNvPr id="3" name="Content Placeholder 2"/>
          <p:cNvSpPr>
            <a:spLocks noGrp="1"/>
          </p:cNvSpPr>
          <p:nvPr>
            <p:ph idx="1"/>
          </p:nvPr>
        </p:nvSpPr>
        <p:spPr/>
        <p:txBody>
          <a:bodyPr/>
          <a:lstStyle/>
          <a:p>
            <a:pPr>
              <a:defRPr sz="2000">
                <a:solidFill>
                  <a:srgbClr val="444444"/>
                </a:solidFill>
              </a:defRPr>
            </a:pPr>
            <a:r>
              <a:t>RNNs handle sequential data with recurrent connections</a:t>
            </a:r>
          </a:p>
          <a:p>
            <a:pPr>
              <a:defRPr sz="2000">
                <a:solidFill>
                  <a:srgbClr val="444444"/>
                </a:solidFill>
              </a:defRPr>
            </a:pPr>
            <a:r>
              <a:t>Feedback loops allow information to flow between time steps</a:t>
            </a:r>
          </a:p>
          <a:p>
            <a:pPr>
              <a:defRPr sz="2000">
                <a:solidFill>
                  <a:srgbClr val="444444"/>
                </a:solidFill>
              </a:defRPr>
            </a:pPr>
            <a:r>
              <a:t>Trained using backpropagation through time (BPTT) algorithm</a:t>
            </a:r>
          </a:p>
          <a:p>
            <a:pPr>
              <a:defRPr sz="2000">
                <a:solidFill>
                  <a:srgbClr val="444444"/>
                </a:solidFill>
              </a:defRPr>
            </a:pPr>
            <a:r>
              <a:t>Vanishing gradients affect learning long-term dependencies</a:t>
            </a:r>
          </a:p>
          <a:p>
            <a:pPr>
              <a:defRPr sz="2000">
                <a:solidFill>
                  <a:srgbClr val="444444"/>
                </a:solidFill>
              </a:defRPr>
            </a:pPr>
            <a:r>
              <a:t>LSTM networks introduce memory cells for better recall</a:t>
            </a:r>
          </a:p>
          <a:p>
            <a:pPr>
              <a:defRPr sz="2000">
                <a:solidFill>
                  <a:srgbClr val="444444"/>
                </a:solidFill>
              </a:defRPr>
            </a:pPr>
            <a:r>
              <a:t>Gated recurrent units (GRUs) simplify LSTM architecture</a:t>
            </a:r>
          </a:p>
          <a:p>
            <a:pPr>
              <a:defRPr sz="2000">
                <a:solidFill>
                  <a:srgbClr val="444444"/>
                </a:solidFill>
              </a:defRPr>
            </a:pPr>
            <a:r>
              <a:t>RNNs applied in language modeling and machine translation</a:t>
            </a:r>
          </a:p>
          <a:p>
            <a:pPr>
              <a:defRPr sz="2000">
                <a:solidFill>
                  <a:srgbClr val="444444"/>
                </a:solidFill>
              </a:defRPr>
            </a:pPr>
            <a:r>
              <a:t>Time series forecasting and speech recognition use RNNs</a:t>
            </a:r>
          </a:p>
          <a:p>
            <a:pPr>
              <a:defRPr sz="2000">
                <a:solidFill>
                  <a:srgbClr val="444444"/>
                </a:solidFill>
              </a:defRPr>
            </a:pPr>
            <a:r>
              <a:t>Bidirectional RNNs capture context from both directions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Part 3: Recurrent Neural Networks (RNNs) Applications</a:t>
            </a:r>
          </a:p>
        </p:txBody>
      </p:sp>
      <p:sp>
        <p:nvSpPr>
          <p:cNvPr id="3" name="Content Placeholder 2"/>
          <p:cNvSpPr>
            <a:spLocks noGrp="1"/>
          </p:cNvSpPr>
          <p:nvPr>
            <p:ph idx="1"/>
          </p:nvPr>
        </p:nvSpPr>
        <p:spPr/>
        <p:txBody>
          <a:bodyPr/>
          <a:lstStyle/>
          <a:p>
            <a:pPr>
              <a:defRPr sz="2000">
                <a:solidFill>
                  <a:srgbClr val="444444"/>
                </a:solidFill>
              </a:defRPr>
            </a:pPr>
            <a:r>
              <a:t>RNNs are used in language modeling and text generation tasks</a:t>
            </a:r>
          </a:p>
          <a:p>
            <a:pPr>
              <a:defRPr sz="2000">
                <a:solidFill>
                  <a:srgbClr val="444444"/>
                </a:solidFill>
              </a:defRPr>
            </a:pPr>
            <a:r>
              <a:t>Effective in speech recognition and natural language processing</a:t>
            </a:r>
          </a:p>
          <a:p>
            <a:pPr>
              <a:defRPr sz="2000">
                <a:solidFill>
                  <a:srgbClr val="444444"/>
                </a:solidFill>
              </a:defRPr>
            </a:pPr>
            <a:r>
              <a:t>Used for time series forecasting and prediction models</a:t>
            </a:r>
          </a:p>
          <a:p>
            <a:pPr>
              <a:defRPr sz="2000">
                <a:solidFill>
                  <a:srgbClr val="444444"/>
                </a:solidFill>
              </a:defRPr>
            </a:pPr>
            <a:r>
              <a:t>Applies to sentiment analysis and opinion mining tasks</a:t>
            </a:r>
          </a:p>
          <a:p>
            <a:pPr>
              <a:defRPr sz="2000">
                <a:solidFill>
                  <a:srgbClr val="444444"/>
                </a:solidFill>
              </a:defRPr>
            </a:pPr>
            <a:r>
              <a:t>Utilized in machine translation and language translation</a:t>
            </a:r>
          </a:p>
          <a:p>
            <a:pPr>
              <a:defRPr sz="2000">
                <a:solidFill>
                  <a:srgbClr val="444444"/>
                </a:solidFill>
              </a:defRPr>
            </a:pPr>
            <a:r>
              <a:t>RNNs are used in chatbots and virtual assistants</a:t>
            </a:r>
          </a:p>
          <a:p>
            <a:pPr>
              <a:defRPr sz="2000">
                <a:solidFill>
                  <a:srgbClr val="444444"/>
                </a:solidFill>
              </a:defRPr>
            </a:pPr>
            <a:r>
              <a:t>Applied in recommender systems and personalized advertising</a:t>
            </a:r>
          </a:p>
          <a:p>
            <a:pPr>
              <a:defRPr sz="2000">
                <a:solidFill>
                  <a:srgbClr val="444444"/>
                </a:solidFill>
              </a:defRPr>
            </a:pPr>
            <a:r>
              <a:t>Used for anomaly detection and predictive maintenance</a:t>
            </a:r>
          </a:p>
          <a:p>
            <a:pPr>
              <a:defRPr sz="2000">
                <a:solidFill>
                  <a:srgbClr val="444444"/>
                </a:solidFill>
              </a:defRPr>
            </a:pPr>
            <a:r>
              <a:t>Effective in audio and video processing tasks</a:t>
            </a:r>
          </a:p>
          <a:p>
            <a:pPr>
              <a:defRPr sz="2000">
                <a:solidFill>
                  <a:srgbClr val="444444"/>
                </a:solidFill>
              </a:defRPr>
            </a:pPr>
            <a:r>
              <a:t>RNNs are used in medical diagnosis and disease prediction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