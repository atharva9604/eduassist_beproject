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to Operating Systems in the context of Operating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Process Management in OS in the context of Operating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Memory Management in OS in the context of Operating System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Process management handles creation, execution, and termination of processes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management allocates and deallocates memory for running programs and applications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system management provides access and control to stored data and files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Input/Output management controls data transfer between devices and the computer system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and authentication components protect the system from unauthorized access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Interrupt handling manages asynchronous events and exceptions in the system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Resource allocation manages hardware resources such as CPU and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Device management controls and coordinates hardware devices and peripherals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Networking components enable communication between systems and devices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in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Process scheduling algorithms manage process execution and resource allocation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synchronization techniques prevent data inconsistency and ensure thread safety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Interprocess communication enables data exchange between processes using pipes or sockets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Context switching allows the OS to switch between processes quickly and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creation and termination are managed by the OS to prevent resource leaks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Thread management enables concurrent execution of threads within a process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priority scheduling allocates CPU time based on process priority levels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state transitions occur between ready, running, waiting, and zombie states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Deadlock prevention and avoidance algorithms prevent process deadlock situations</a:t>
            </a:r>
          </a:p>
        </p:txBody>
      </p:sp>
      <p:pic>
        <p:nvPicPr>
          <p:cNvPr id="4" name="Picture 3" descr="9d37893bc88e4f8d95f177452cce7a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in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Memory Management involves allocating and deallocating memory for running programs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 for increased memory capacity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Paging technique divides memory into fixed-size blocks for efficient allocation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divides memory into variable-size blocks for better memory utilization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prevents unauthorized access to memory regions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Allocation algorithms manage free memory and satisfy memory requests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technique transfers pages between main memory and secondary storage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stores frequently accessed data for faster access times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Mapping enables multiple processes to share memory regions</a:t>
            </a:r>
          </a:p>
        </p:txBody>
      </p:sp>
      <p:pic>
        <p:nvPicPr>
          <p:cNvPr id="4" name="Picture 3" descr="852ac08d001b438ba3ba3bbb10ee11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311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