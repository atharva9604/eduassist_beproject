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0"/>
    <p:sldId id="260" r:id="rId11"/>
    <p:sldId id="261" r:id="rId12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Template Logic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ontentSignature"/>
          <p:cNvSpPr/>
          <p:nvPr/>
        </p:nvSpPr>
        <p:spPr>
          <a:xfrm>
            <a:off x="100" y="100"/>
            <a:ext cx="50" cy="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hankYouSignature"/>
          <p:cNvSpPr/>
          <p:nvPr/>
        </p:nvSpPr>
        <p:spPr>
          <a:xfrm>
            <a:off x="100" y="100"/>
            <a:ext cx="50" cy="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