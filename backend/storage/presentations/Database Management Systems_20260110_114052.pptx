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Database Management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the exact content provided for Introduction to DBMS.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the exact content provided for Data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the exact content provided for Relational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the exact content provided for Normalization.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Present the exact content provided for Transactions.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Database Management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Information 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DBMS is software for managing databases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It provides data storage and retrieval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Ensures data consistency and 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Data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Data models define database structure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Common models include relational and ER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They help in database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Relational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Data is stored in tables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Rows represent records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Columns represent attributes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Reduces data redundancy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Improves data integrity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Uses normal forms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Transactions ensure reliable operations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Follow ACID properties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Maintain database consistency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