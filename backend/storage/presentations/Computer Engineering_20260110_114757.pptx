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systems, a crucial component of computer engineering. In this section, we will explore the basics and fundamentals of operating systems. We will discuss how they manage hardware and software resources, provide a platform for applications, and ensure security and authentication.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systems, a crucial component of computer engineering. In this section, we will explore the fundamentals and concepts of operating systems, including their role in managing hardware and software resources. We will also discuss the key features and functions of operating systems, such as memory management and security.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role, functions, and characteristics. We will explore how operating systems manage computer hardware and software resources, provide a platform for running applications, and ensure system security and integrity. Key concepts such as multitasking, multithreading, and memory management will also be discussed.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Basics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Handles memory management and allocation tasks precisely</a:t>
            </a:r>
          </a:p>
          <a:p>
            <a:pPr>
              <a:defRPr sz="2000">
                <a:solidFill>
                  <a:srgbClr val="444444"/>
                </a:solidFill>
              </a:defRPr>
            </a:pPr>
            <a:r>
              <a:t>Supports multitasking and multithreading capabilities fully</a:t>
            </a:r>
          </a:p>
          <a:p>
            <a:pPr>
              <a:defRPr sz="2000">
                <a:solidFill>
                  <a:srgbClr val="444444"/>
                </a:solidFill>
              </a:defRPr>
            </a:pPr>
            <a:r>
              <a:t>Ensures security and authentication mechanisms are implemented</a:t>
            </a:r>
          </a:p>
          <a:p>
            <a:pPr>
              <a:defRPr sz="2000">
                <a:solidFill>
                  <a:srgbClr val="444444"/>
                </a:solidFill>
              </a:defRPr>
            </a:pPr>
            <a:r>
              <a:t>Manages file systems and directory structures perfectly</a:t>
            </a:r>
          </a:p>
          <a:p>
            <a:pPr>
              <a:defRPr sz="2000">
                <a:solidFill>
                  <a:srgbClr val="444444"/>
                </a:solidFill>
              </a:defRPr>
            </a:pPr>
            <a:r>
              <a:t>Provides user interface and experience for interaction purposes</a:t>
            </a:r>
          </a:p>
          <a:p>
            <a:pPr>
              <a:defRPr sz="2000">
                <a:solidFill>
                  <a:srgbClr val="444444"/>
                </a:solidFill>
              </a:defRPr>
            </a:pPr>
            <a:r>
              <a:t>Optimizes system performance and responsiveness always</a:t>
            </a:r>
          </a:p>
        </p:txBody>
      </p:sp>
      <p:pic>
        <p:nvPicPr>
          <p:cNvPr id="4" name="Picture 3" descr="bb6b5d24481447d7b49834afc6a7a4f3_introduction_to_operating_systems_proces.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Manages memory and CPU allocation for optimal performance always</a:t>
            </a:r>
          </a:p>
          <a:p>
            <a:pPr>
              <a:defRPr sz="2000">
                <a:solidFill>
                  <a:srgbClr val="444444"/>
                </a:solidFill>
              </a:defRPr>
            </a:pPr>
            <a:r>
              <a:t>Ensures security and authentication for authorized access only</a:t>
            </a:r>
          </a:p>
          <a:p>
            <a:pPr>
              <a:defRPr sz="2000">
                <a:solidFill>
                  <a:srgbClr val="444444"/>
                </a:solidFill>
              </a:defRPr>
            </a:pPr>
            <a:r>
              <a:t>Supports multitasking and multithreading for increased productivity</a:t>
            </a:r>
          </a:p>
          <a:p>
            <a:pPr>
              <a:defRPr sz="2000">
                <a:solidFill>
                  <a:srgbClr val="444444"/>
                </a:solidFill>
              </a:defRPr>
            </a:pPr>
            <a:r>
              <a:t>Provides a user interface for interacting with the system easily</a:t>
            </a:r>
          </a:p>
          <a:p>
            <a:pPr>
              <a:defRPr sz="2000">
                <a:solidFill>
                  <a:srgbClr val="444444"/>
                </a:solidFill>
              </a:defRPr>
            </a:pPr>
            <a:r>
              <a:t>Handles interrupts and exceptions for seamless operation always</a:t>
            </a:r>
          </a:p>
          <a:p>
            <a:pPr>
              <a:defRPr sz="2000">
                <a:solidFill>
                  <a:srgbClr val="444444"/>
                </a:solidFill>
              </a:defRPr>
            </a:pPr>
            <a:r>
              <a:t>Optimizes system performance and responsiveness always</a:t>
            </a:r>
          </a:p>
          <a:p>
            <a:pPr>
              <a:defRPr sz="2000">
                <a:solidFill>
                  <a:srgbClr val="444444"/>
                </a:solidFill>
              </a:defRPr>
            </a:pPr>
            <a:r>
              <a:t>Enables communication between hardware and software components</a:t>
            </a:r>
          </a:p>
        </p:txBody>
      </p:sp>
      <p:pic>
        <p:nvPicPr>
          <p:cNvPr id="4" name="Picture 3" descr="2c76dd4e020945f99fcd6aee48e98f5d.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an intermediary between user and computer hardware components</a:t>
            </a:r>
          </a:p>
          <a:p>
            <a:pPr>
              <a:defRPr sz="2000">
                <a:solidFill>
                  <a:srgbClr val="444444"/>
                </a:solidFill>
              </a:defRPr>
            </a:pPr>
            <a:r>
              <a:t>Provides a platform for running application software programs smoothly</a:t>
            </a:r>
          </a:p>
          <a:p>
            <a:pPr>
              <a:defRPr sz="2000">
                <a:solidFill>
                  <a:srgbClr val="444444"/>
                </a:solidFill>
              </a:defRPr>
            </a:pPr>
            <a:r>
              <a:t>Controls input output and memory management functions effectively</a:t>
            </a:r>
          </a:p>
          <a:p>
            <a:pPr>
              <a:defRPr sz="2000">
                <a:solidFill>
                  <a:srgbClr val="444444"/>
                </a:solidFill>
              </a:defRPr>
            </a:pPr>
            <a:r>
              <a:t>Ensures security and integrity of computer system data always</a:t>
            </a:r>
          </a:p>
          <a:p>
            <a:pPr>
              <a:defRPr sz="2000">
                <a:solidFill>
                  <a:srgbClr val="444444"/>
                </a:solidFill>
              </a:defRPr>
            </a:pPr>
            <a:r>
              <a:t>Supports multitasking and multithreading capabilities seamlessly</a:t>
            </a:r>
          </a:p>
          <a:p>
            <a:pPr>
              <a:defRPr sz="2000">
                <a:solidFill>
                  <a:srgbClr val="444444"/>
                </a:solidFill>
              </a:defRPr>
            </a:pPr>
            <a:r>
              <a:t>Optimizes system performance and resource allocation always</a:t>
            </a:r>
          </a:p>
          <a:p>
            <a:pPr>
              <a:defRPr sz="2000">
                <a:solidFill>
                  <a:srgbClr val="444444"/>
                </a:solidFill>
              </a:defRPr>
            </a:pPr>
            <a:r>
              <a:t>Provides a user interface for interacting with computer systems easily</a:t>
            </a:r>
          </a:p>
          <a:p>
            <a:pPr>
              <a:defRPr sz="2000">
                <a:solidFill>
                  <a:srgbClr val="444444"/>
                </a:solidFill>
              </a:defRPr>
            </a:pPr>
            <a:r>
              <a:t>Manages files and directories in a systematic and organized manner</a:t>
            </a:r>
          </a:p>
        </p:txBody>
      </p:sp>
      <p:pic>
        <p:nvPicPr>
          <p:cNvPr id="4" name="Picture 3" descr="820bdccfbcf44b0c96b0feedd23ca1b7_image_2.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