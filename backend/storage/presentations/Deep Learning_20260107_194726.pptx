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Deep Learning presentation covering multiple topics. Today we'll explore: Create a 3-slide PPT on Convolutional Neural Networks (CNN)., Subject: Deep Learning, Slide titles:, Slide 1: Introduction to Convolutional Neural Networks, Slide 2: Core Components of CNN, Slide 3: Applications of CNN, Generate content for each slide based on its title..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Introduce Convolutional Neural Networks as a type of deep learning model inspired by the structure and function of the human visual cortex. Explain that CNNs are commonly used for image classification, object detection, and other computer vision tasks. Highlight the key components of a CNN, including convolutional, pooling, and fully connected layers. Emphasize the importance of activation functions and backpropagation in training CNN models. Provide examples of applications, such as self-driving cars and facial recognition systems, to illustrate the practical uses of CNNs. Ask students to consider the advantages and limitations of using CNNs for different tasks.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Create a 3-slide PPT on Convolutional Neural Networks (CNN)., Subject: Deep Learning, Slide titles:, Slide 1: Introduction to Convolutional Neural Networks, Slide 2: Core Components of CNN, Slide 3: Applications of CNN, Generate content for each slide based on its title.</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Create a 3-slide PPT on Convolutional Neural Networks (CNN). - Introduction</a:t>
            </a:r>
          </a:p>
        </p:txBody>
      </p:sp>
      <p:sp>
        <p:nvSpPr>
          <p:cNvPr id="3" name="Content Placeholder 2"/>
          <p:cNvSpPr>
            <a:spLocks noGrp="1"/>
          </p:cNvSpPr>
          <p:nvPr>
            <p:ph idx="1"/>
          </p:nvPr>
        </p:nvSpPr>
        <p:spPr/>
        <p:txBody>
          <a:bodyPr/>
          <a:lstStyle/>
          <a:p>
            <a:pPr>
              <a:defRPr sz="2000">
                <a:solidFill>
                  <a:srgbClr val="444444"/>
                </a:solidFill>
              </a:defRPr>
            </a:pPr>
            <a:r>
              <a:t>Convolutional Neural Networks are deep learning models</a:t>
            </a:r>
          </a:p>
          <a:p>
            <a:pPr>
              <a:defRPr sz="2000">
                <a:solidFill>
                  <a:srgbClr val="444444"/>
                </a:solidFill>
              </a:defRPr>
            </a:pPr>
            <a:r>
              <a:t>Inspired by biological neural networks and visual cortex</a:t>
            </a:r>
          </a:p>
          <a:p>
            <a:pPr>
              <a:defRPr sz="2000">
                <a:solidFill>
                  <a:srgbClr val="444444"/>
                </a:solidFill>
              </a:defRPr>
            </a:pPr>
            <a:r>
              <a:t>Used for image classification, object detection tasks</a:t>
            </a:r>
          </a:p>
          <a:p>
            <a:pPr>
              <a:defRPr sz="2000">
                <a:solidFill>
                  <a:srgbClr val="444444"/>
                </a:solidFill>
              </a:defRPr>
            </a:pPr>
            <a:r>
              <a:t>Consist of convolutional, pooling, fully connected layers</a:t>
            </a:r>
          </a:p>
          <a:p>
            <a:pPr>
              <a:defRPr sz="2000">
                <a:solidFill>
                  <a:srgbClr val="444444"/>
                </a:solidFill>
              </a:defRPr>
            </a:pPr>
            <a:r>
              <a:t>Convolutional layers extract local features from images</a:t>
            </a:r>
          </a:p>
          <a:p>
            <a:pPr>
              <a:defRPr sz="2000">
                <a:solidFill>
                  <a:srgbClr val="444444"/>
                </a:solidFill>
              </a:defRPr>
            </a:pPr>
            <a:r>
              <a:t>Pooling layers reduce spatial dimensions of data</a:t>
            </a:r>
          </a:p>
          <a:p>
            <a:pPr>
              <a:defRPr sz="2000">
                <a:solidFill>
                  <a:srgbClr val="444444"/>
                </a:solidFill>
              </a:defRPr>
            </a:pPr>
            <a:r>
              <a:t>Fully connected layers classify input images</a:t>
            </a:r>
          </a:p>
          <a:p>
            <a:pPr>
              <a:defRPr sz="2000">
                <a:solidFill>
                  <a:srgbClr val="444444"/>
                </a:solidFill>
              </a:defRPr>
            </a:pPr>
            <a:r>
              <a:t>Activation functions introduce non-linearity in models</a:t>
            </a:r>
          </a:p>
          <a:p>
            <a:pPr>
              <a:defRPr sz="2000">
                <a:solidFill>
                  <a:srgbClr val="444444"/>
                </a:solidFill>
              </a:defRPr>
            </a:pPr>
            <a:r>
              <a:t>Backpropagation algorithm trains CNN models</a:t>
            </a:r>
          </a:p>
          <a:p>
            <a:pPr>
              <a:defRPr sz="2000">
                <a:solidFill>
                  <a:srgbClr val="444444"/>
                </a:solidFill>
              </a:defRPr>
            </a:pPr>
            <a:r>
              <a:t>Optimization techniques improve model performance</a:t>
            </a:r>
          </a:p>
        </p:txBody>
      </p:sp>
      <p:pic>
        <p:nvPicPr>
          <p:cNvPr id="4" name="Picture 3" descr="e11cae37cbd14b788773e9697a5d237b_create_a_3-slide_ppt_on_convolutional_ne.jpg"/>
          <p:cNvPicPr>
            <a:picLocks noChangeAspect="1"/>
          </p:cNvPicPr>
          <p:nvPr/>
        </p:nvPicPr>
        <p:blipFill>
          <a:blip r:embed="rId2"/>
          <a:stretch>
            <a:fillRect/>
          </a:stretch>
        </p:blipFill>
        <p:spPr>
          <a:xfrm>
            <a:off x="7315200" y="1828800"/>
            <a:ext cx="4114800" cy="23164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Create a 3-slide PPT on Convolutional Neural Networks (CNN). - Part 2</a:t>
            </a:r>
          </a:p>
        </p:txBody>
      </p:sp>
      <p:sp>
        <p:nvSpPr>
          <p:cNvPr id="3" name="Content Placeholder 2"/>
          <p:cNvSpPr>
            <a:spLocks noGrp="1"/>
          </p:cNvSpPr>
          <p:nvPr>
            <p:ph idx="1"/>
          </p:nvPr>
        </p:nvSpPr>
        <p:spPr/>
        <p:txBody>
          <a:bodyPr/>
          <a:lstStyle/>
          <a:p>
            <a:pPr>
              <a:defRPr sz="2000">
                <a:solidFill>
                  <a:srgbClr val="444444"/>
                </a:solidFill>
              </a:defRPr>
            </a:pPr>
            <a:r>
              <a:t>(AI could not generate this slide)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Create a 3-slide PPT on Convolutional Neural Networks (CNN). - Part 3</a:t>
            </a:r>
          </a:p>
        </p:txBody>
      </p:sp>
      <p:sp>
        <p:nvSpPr>
          <p:cNvPr id="3" name="Content Placeholder 2"/>
          <p:cNvSpPr>
            <a:spLocks noGrp="1"/>
          </p:cNvSpPr>
          <p:nvPr>
            <p:ph idx="1"/>
          </p:nvPr>
        </p:nvSpPr>
        <p:spPr/>
        <p:txBody>
          <a:bodyPr/>
          <a:lstStyle/>
          <a:p>
            <a:pPr>
              <a:defRPr sz="2000">
                <a:solidFill>
                  <a:srgbClr val="444444"/>
                </a:solidFill>
              </a:defRPr>
            </a:pPr>
            <a:r>
              <a:t>(AI could not generate this slide)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