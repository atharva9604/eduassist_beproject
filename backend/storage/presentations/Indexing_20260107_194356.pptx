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Indexing.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concept of indexing, emphasize its importance in improving query performance and reducing data retrieval time. Provide examples of how indexing is used in real-world database systems, such as libraries or e-commerce websites. Ask students to consider how indexing would improve the efficiency of a database they have worked with in the past.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how indexing core concept and architecture work together to improve data retrieval efficiency, provide examples of different index types, and ask students to consider how data distribution affects indexing architecture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mathematical and logical explanation of indexing, emphasize the role of algorithms and data distribution. Provide examples of B-tree and hash indexing, and ask students how indexing affects query performance in different database scenarios. Discuss how indexing mathematical models can be used to predict and improve database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how indexing improves query performance and supports various applications such as online transaction processing and business intelligence. Provide examples of real-world scenarios where indexing is crucial, such as e-commerce platforms and data warehouses. Ask students to consider how indexing can be applied to different use cases and what benefits it can bring to database management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key points of indexing, such as improved query performance and reduced scan time. Provide examples of different index types and ask students to consider how indexing strategies might vary depending on the specific use case. Ask questions like 'How does indexing impact data retrieval efficiency?' to encourage critical thinking.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Indexing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Database Management System</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Indexing improves database query performance greatly</a:t>
            </a:r>
          </a:p>
          <a:p>
            <a:pPr>
              <a:defRPr sz="2000">
                <a:solidFill>
                  <a:srgbClr val="444444"/>
                </a:solidFill>
              </a:defRPr>
            </a:pPr>
            <a:r>
              <a:t>Indexing reduces data retrieval time efficiently always</a:t>
            </a:r>
          </a:p>
          <a:p>
            <a:pPr>
              <a:defRPr sz="2000">
                <a:solidFill>
                  <a:srgbClr val="444444"/>
                </a:solidFill>
              </a:defRPr>
            </a:pPr>
            <a:r>
              <a:t>Indexing enhances data organization and structure</a:t>
            </a:r>
          </a:p>
          <a:p>
            <a:pPr>
              <a:defRPr sz="2000">
                <a:solidFill>
                  <a:srgbClr val="444444"/>
                </a:solidFill>
              </a:defRPr>
            </a:pPr>
            <a:r>
              <a:t>Indexing supports fast data retrieval operations</a:t>
            </a:r>
          </a:p>
          <a:p>
            <a:pPr>
              <a:defRPr sz="2000">
                <a:solidFill>
                  <a:srgbClr val="444444"/>
                </a:solidFill>
              </a:defRPr>
            </a:pPr>
            <a:r>
              <a:t>Indexing is crucial for large database systems</a:t>
            </a:r>
          </a:p>
          <a:p>
            <a:pPr>
              <a:defRPr sz="2000">
                <a:solidFill>
                  <a:srgbClr val="444444"/>
                </a:solidFill>
              </a:defRPr>
            </a:pPr>
            <a:r>
              <a:t>Indexing optimizes query execution plans effectively</a:t>
            </a:r>
          </a:p>
          <a:p>
            <a:pPr>
              <a:defRPr sz="2000">
                <a:solidFill>
                  <a:srgbClr val="444444"/>
                </a:solidFill>
              </a:defRPr>
            </a:pPr>
            <a:r>
              <a:t>Indexing enables efficient data sorting and searching</a:t>
            </a:r>
          </a:p>
          <a:p>
            <a:pPr>
              <a:defRPr sz="2000">
                <a:solidFill>
                  <a:srgbClr val="444444"/>
                </a:solidFill>
              </a:defRPr>
            </a:pPr>
            <a:r>
              <a:t>Indexing increases overall database system productivity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Indexing core concept involves data organization</a:t>
            </a:r>
          </a:p>
          <a:p>
            <a:pPr>
              <a:defRPr sz="2000">
                <a:solidFill>
                  <a:srgbClr val="444444"/>
                </a:solidFill>
              </a:defRPr>
            </a:pPr>
            <a:r>
              <a:t>Architecture supports fast data retrieval methods</a:t>
            </a:r>
          </a:p>
          <a:p>
            <a:pPr>
              <a:defRPr sz="2000">
                <a:solidFill>
                  <a:srgbClr val="444444"/>
                </a:solidFill>
              </a:defRPr>
            </a:pPr>
            <a:r>
              <a:t>Core concept includes index types and structures</a:t>
            </a:r>
          </a:p>
          <a:p>
            <a:pPr>
              <a:defRPr sz="2000">
                <a:solidFill>
                  <a:srgbClr val="444444"/>
                </a:solidFill>
              </a:defRPr>
            </a:pPr>
            <a:r>
              <a:t>Indexing architecture enhances query performance</a:t>
            </a:r>
          </a:p>
          <a:p>
            <a:pPr>
              <a:defRPr sz="2000">
                <a:solidFill>
                  <a:srgbClr val="444444"/>
                </a:solidFill>
              </a:defRPr>
            </a:pPr>
            <a:r>
              <a:t>Data distribution affects indexing architecture</a:t>
            </a:r>
          </a:p>
          <a:p>
            <a:pPr>
              <a:defRPr sz="2000">
                <a:solidFill>
                  <a:srgbClr val="444444"/>
                </a:solidFill>
              </a:defRPr>
            </a:pPr>
            <a:r>
              <a:t>Indexing core concept includes data partitioning</a:t>
            </a:r>
          </a:p>
          <a:p>
            <a:pPr>
              <a:defRPr sz="2000">
                <a:solidFill>
                  <a:srgbClr val="444444"/>
                </a:solidFill>
              </a:defRPr>
            </a:pPr>
            <a:r>
              <a:t>Architecture design impacts data storage efficiency</a:t>
            </a:r>
          </a:p>
          <a:p>
            <a:pPr>
              <a:defRPr sz="2000">
                <a:solidFill>
                  <a:srgbClr val="444444"/>
                </a:solidFill>
              </a:defRPr>
            </a:pPr>
            <a:r>
              <a:t>Indexing concept requires data consistency maintenance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Indexing uses mathematical formulas to optimize data retrieval</a:t>
            </a:r>
          </a:p>
          <a:p>
            <a:pPr>
              <a:defRPr sz="2000">
                <a:solidFill>
                  <a:srgbClr val="444444"/>
                </a:solidFill>
              </a:defRPr>
            </a:pPr>
            <a:r>
              <a:t>Logical explanations involve tree-based indexing methods</a:t>
            </a:r>
          </a:p>
          <a:p>
            <a:pPr>
              <a:defRPr sz="2000">
                <a:solidFill>
                  <a:srgbClr val="444444"/>
                </a:solidFill>
              </a:defRPr>
            </a:pPr>
            <a:r>
              <a:t>Mathematical models predict index performance and efficiency</a:t>
            </a:r>
          </a:p>
          <a:p>
            <a:pPr>
              <a:defRPr sz="2000">
                <a:solidFill>
                  <a:srgbClr val="444444"/>
                </a:solidFill>
              </a:defRPr>
            </a:pPr>
            <a:r>
              <a:t>Indexing algorithms rely on logical and mathematical principles</a:t>
            </a:r>
          </a:p>
          <a:p>
            <a:pPr>
              <a:defRPr sz="2000">
                <a:solidFill>
                  <a:srgbClr val="444444"/>
                </a:solidFill>
              </a:defRPr>
            </a:pPr>
            <a:r>
              <a:t>Data distribution affects indexing mathematical models</a:t>
            </a:r>
          </a:p>
          <a:p>
            <a:pPr>
              <a:defRPr sz="2000">
                <a:solidFill>
                  <a:srgbClr val="444444"/>
                </a:solidFill>
              </a:defRPr>
            </a:pPr>
            <a:r>
              <a:t>Indexing uses statistical methods for data analysis</a:t>
            </a:r>
          </a:p>
          <a:p>
            <a:pPr>
              <a:defRPr sz="2000">
                <a:solidFill>
                  <a:srgbClr val="444444"/>
                </a:solidFill>
              </a:defRPr>
            </a:pPr>
            <a:r>
              <a:t>Logical indexing methods include B-tree and hash indexing</a:t>
            </a:r>
          </a:p>
          <a:p>
            <a:pPr>
              <a:defRPr sz="2000">
                <a:solidFill>
                  <a:srgbClr val="444444"/>
                </a:solidFill>
              </a:defRPr>
            </a:pPr>
            <a:r>
              <a:t>Mathematical indexing techniques improve query performance</a:t>
            </a:r>
          </a:p>
          <a:p>
            <a:pPr>
              <a:defRPr sz="2000">
                <a:solidFill>
                  <a:srgbClr val="444444"/>
                </a:solidFill>
              </a:defRPr>
            </a:pPr>
            <a:r>
              <a:t>Indexing mathematical models consider data density and distribution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in databases and data warehouses.</a:t>
            </a:r>
          </a:p>
          <a:p>
            <a:pPr>
              <a:defRPr sz="2000">
                <a:solidFill>
                  <a:srgbClr val="444444"/>
                </a:solidFill>
              </a:defRPr>
            </a:pPr>
            <a:r>
              <a:t>Faster data retrieval for online transaction processing systems.</a:t>
            </a:r>
          </a:p>
          <a:p>
            <a:pPr>
              <a:defRPr sz="2000">
                <a:solidFill>
                  <a:srgbClr val="444444"/>
                </a:solidFill>
              </a:defRPr>
            </a:pPr>
            <a:r>
              <a:t>Enhances data analysis in business intelligence applications.</a:t>
            </a:r>
          </a:p>
          <a:p>
            <a:pPr>
              <a:defRPr sz="2000">
                <a:solidFill>
                  <a:srgbClr val="444444"/>
                </a:solidFill>
              </a:defRPr>
            </a:pPr>
            <a:r>
              <a:t>Supports efficient data storage and management in cloud computing.</a:t>
            </a:r>
          </a:p>
          <a:p>
            <a:pPr>
              <a:defRPr sz="2000">
                <a:solidFill>
                  <a:srgbClr val="444444"/>
                </a:solidFill>
              </a:defRPr>
            </a:pPr>
            <a:r>
              <a:t>Optimizes database performance for e-commerce platforms.</a:t>
            </a:r>
          </a:p>
          <a:p>
            <a:pPr>
              <a:defRPr sz="2000">
                <a:solidFill>
                  <a:srgbClr val="444444"/>
                </a:solidFill>
              </a:defRPr>
            </a:pPr>
            <a:r>
              <a:t>Accelerates data retrieval for real-time analytics and reporting.</a:t>
            </a:r>
          </a:p>
          <a:p>
            <a:pPr>
              <a:defRPr sz="2000">
                <a:solidFill>
                  <a:srgbClr val="444444"/>
                </a:solidFill>
              </a:defRPr>
            </a:pPr>
            <a:r>
              <a:t>Improves data security and access control in indexed databases.</a:t>
            </a:r>
          </a:p>
          <a:p>
            <a:pPr>
              <a:defRPr sz="2000">
                <a:solidFill>
                  <a:srgbClr val="444444"/>
                </a:solidFill>
              </a:defRPr>
            </a:pPr>
            <a:r>
              <a:t>Enables efficient data archiving and backup in indexed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Indexing improves query performance by reducing scan time</a:t>
            </a:r>
          </a:p>
          <a:p>
            <a:pPr>
              <a:defRPr sz="2000">
                <a:solidFill>
                  <a:srgbClr val="444444"/>
                </a:solidFill>
              </a:defRPr>
            </a:pPr>
            <a:r>
              <a:t>Indexing enhances data retrieval efficiency in databases</a:t>
            </a:r>
          </a:p>
          <a:p>
            <a:pPr>
              <a:defRPr sz="2000">
                <a:solidFill>
                  <a:srgbClr val="444444"/>
                </a:solidFill>
              </a:defRPr>
            </a:pPr>
            <a:r>
              <a:t>Index types include clustered and non-clustered indexes</a:t>
            </a:r>
          </a:p>
          <a:p>
            <a:pPr>
              <a:defRPr sz="2000">
                <a:solidFill>
                  <a:srgbClr val="444444"/>
                </a:solidFill>
              </a:defRPr>
            </a:pPr>
            <a:r>
              <a:t>Indexing supports faster data sorting and aggregation</a:t>
            </a:r>
          </a:p>
          <a:p>
            <a:pPr>
              <a:defRPr sz="2000">
                <a:solidFill>
                  <a:srgbClr val="444444"/>
                </a:solidFill>
              </a:defRPr>
            </a:pPr>
            <a:r>
              <a:t>Proper indexing reduces disk I/O and memory usage</a:t>
            </a:r>
          </a:p>
          <a:p>
            <a:pPr>
              <a:defRPr sz="2000">
                <a:solidFill>
                  <a:srgbClr val="444444"/>
                </a:solidFill>
              </a:defRPr>
            </a:pPr>
            <a:r>
              <a:t>Index maintenance is crucial for optimal performance</a:t>
            </a:r>
          </a:p>
          <a:p>
            <a:pPr>
              <a:defRPr sz="2000">
                <a:solidFill>
                  <a:srgbClr val="444444"/>
                </a:solidFill>
              </a:defRPr>
            </a:pPr>
            <a:r>
              <a:t>Indexing strategies vary depending on data distribution</a:t>
            </a:r>
          </a:p>
          <a:p>
            <a:pPr>
              <a:defRPr sz="2000">
                <a:solidFill>
                  <a:srgbClr val="444444"/>
                </a:solidFill>
              </a:defRPr>
            </a:pPr>
            <a:r>
              <a:t>Effective indexing requires careful consideration of query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