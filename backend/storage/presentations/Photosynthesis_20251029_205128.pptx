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Photosynthesis is the process where plants, algae, and some bacteria use sunlight, water, and carbon dioxide to create their own food (sugars) and release oxygen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This conversion of light energy into chemical energy occurs in organelles called chloroplasts, which contain the pigment chlorophyll that absorbs sunlight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overall process is vital for life on Earth, as it produces the oxygen we breathe and serves as the foundation of most food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Points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How photosynthesis works Inputs: Water (\(H_{2}O\)), carbon dioxide (\(CO_{2}\)), and light energy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Outputs: Glucose (a sugar, \(C_{6}H_{12}O_{6}\)) and oxygen (\(O_{2}\))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Location: Occurs within chloroplasts, primarily in the leaves of plants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5029200"/>
            <a:ext cx="4114800" cy="1371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8080"/>
                </a:solidFill>
              </a:defRPr>
            </a:pPr>
            <a:r>
              <a:t>💡 Visual Suggestion:</a:t>
            </a:r>
          </a:p>
          <a:p>
            <a:r>
              <a:t>Diagram related to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content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