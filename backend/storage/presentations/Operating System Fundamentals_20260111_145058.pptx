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Introduction to Operating Systems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Process Management Concepts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Memory Management Techniques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and software resources efficiently and effectively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acts as an intermediary between computer hardware and user-level applications seamlessly.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Primary function of an OS is to provide a platform for running applications smoothly.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basic services like process management and memory allocation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Effective operating systems ensure security, stability, and performance of computer systems always.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enables efficient use of computer hardware resources like CPU, memory, and storage devices.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Common operating system types include Windows, Linux, and macOS for various applications.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Introduction to operating systems involves understanding kernel, device drivers, and system libraries.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support various file systems, input/output devices, and networking protocols.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Understanding operating system fundamentals is crucial for computer engineering and programming applications.</a:t>
            </a:r>
          </a:p>
        </p:txBody>
      </p:sp>
      <p:pic>
        <p:nvPicPr>
          <p:cNvPr id="4" name="Picture 3" descr="1d1965434f2f41708fb63e5feb3a9ef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886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 process is a program in execution with its own memory space.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scheduling determines which process runs at a given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Paging technique divides memory into fixed-size blocks for efficient allocation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technique divides memory into variable-size blocks for organization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 for increased capacity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Dynamic memory allocation assigns memory at runtime for flexibility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ensures authorized access to prevent data breaches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technique transfers pages between main and secondary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stores frequently accessed data for faster retrieval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fragmentation occurs when free memory is broken into small blocks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Defragmentation reorganizes memory to reduce fragmentation and improve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