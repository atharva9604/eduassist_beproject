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Operating Systems in the context of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Process Management in OS in the context of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Memory Management in OS in the context of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handles creation, execution, and termination of processes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optimizes memory allocation and deallocation for running programs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 management provides access and control to stored files and directories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Input/Output management controls data transfer between devices and the operating system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components protect the system from unauthorized access and malicious attacks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Networking components enable communication between the operating system and other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Interrupt handling manages asynchronous events and exceptions generated by hardware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Resource allocation manages hardware resources such as CPU, memory, and I/O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Device management provides a interface for interacting with hardware devices and peripherals</a:t>
            </a:r>
          </a:p>
        </p:txBody>
      </p:sp>
      <p:pic>
        <p:nvPicPr>
          <p:cNvPr id="4" name="Picture 3" descr="226d328bcb4644a9aa5ee0d8e5d56c9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886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in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creation and termination are managed by the operating system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synchronization ensures data consistency and integrity in concurrent processes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Context switching allows the OS to switch between processes quickly and seamlessly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communication enables data exchange between processes using inter-process communication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operating system manages process scheduling to optimize system performance and throughput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states include ready, running, waiting, and zombie, each with distinct characteristics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OS uses process control blocks to store information about each process instance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Thread management is a critical component of process management in modern operating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Deadlock prevention and avoidance algorithms are used to prevent process deadlocks and starvation</a:t>
            </a:r>
          </a:p>
        </p:txBody>
      </p:sp>
      <p:pic>
        <p:nvPicPr>
          <p:cNvPr id="4" name="Picture 3" descr="eb550ca508a84271b82d58a51a7055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1382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in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ensures efficient allocation of main memory to running programs and applications.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to provide large address spaces to programs.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Paging divides physical memory into fixed-size blocks called pages for efficient memory allocation.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divides programs into logical segments for easier memory management and protection.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involves moving programs between main memory and secondary storage to free up space.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prevents programs from accessing or modifying memory allocated to other programs.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provides fast access to frequently used data and instructions.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allocation algorithms manage memory allocation and deallocation for running programs and applications.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deallocation reclaims memory occupied by terminated programs to prevent memory leaks and fragmentation.</a:t>
            </a:r>
          </a:p>
        </p:txBody>
      </p:sp>
      <p:pic>
        <p:nvPicPr>
          <p:cNvPr id="4" name="Picture 3" descr="eb550ca508a84271b82d58a51a7055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13822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