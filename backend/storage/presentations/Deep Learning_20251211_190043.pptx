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Recurrent Neural Network.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Recurrent Neural Networks, emphasize their ability to handle sequential data, such as time series or natural language. Explain that RNNs have feedback connections that allow them to keep a memory of previous steps, which is crucial for tasks like predicting the next word in a sentence. Discuss the challenges of training RNNs, including the vanishing gradient problem. Provide examples of applications, such as speech recognition systems, and ask students to think about other domains where sequence data is common. Key takeaways should include understanding the basic architecture of RNNs and their importance in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Recurrent Neural Networks, explain that they are designed to handle sequential data such as time series or natural language. Provide examples of applications like speech recognition, language modeling, and machine translation. Emphasize the importance of recurrent connections in the hidden layers and how they allow the network to keep track of information over time. Ask students to consider how RNNs could be applied to real-world problems, such as predicting stock prices or generating text. Key takeaways should include the basics of RNN architecture and their suitability for sequential data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Recurrent Neural Networks, emphasize the importance of feedback connections in capturing temporal relationships. Provide examples of applications such as speech recognition and language modeling, highlighting how RNNs can handle variable-length input sequences. Discuss the challenges of training RNNs, including vanishing or exploding gradients, and the need for careful initialization and regularization. Ask students to consider how RNNs can be used in real-world scenarios, such as predicting stock prices or generating text, and what limitations they may encounter.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Recurrent Neural Network</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Used for time series prediction and natural language</a:t>
            </a:r>
          </a:p>
          <a:p>
            <a:pPr>
              <a:defRPr sz="2000">
                <a:solidFill>
                  <a:srgbClr val="444444"/>
                </a:solidFill>
              </a:defRPr>
            </a:pPr>
            <a:r>
              <a:t>RNNs have feedback connections for memory</a:t>
            </a:r>
          </a:p>
          <a:p>
            <a:pPr>
              <a:defRPr sz="2000">
                <a:solidFill>
                  <a:srgbClr val="444444"/>
                </a:solidFill>
              </a:defRPr>
            </a:pPr>
            <a:r>
              <a:t>Processing sequences one step at a time</a:t>
            </a:r>
          </a:p>
          <a:p>
            <a:pPr>
              <a:defRPr sz="2000">
                <a:solidFill>
                  <a:srgbClr val="444444"/>
                </a:solidFill>
              </a:defRPr>
            </a:pPr>
            <a:r>
              <a:t>Each step's output depends on previous steps</a:t>
            </a:r>
          </a:p>
          <a:p>
            <a:pPr>
              <a:defRPr sz="2000">
                <a:solidFill>
                  <a:srgbClr val="444444"/>
                </a:solidFill>
              </a:defRPr>
            </a:pPr>
            <a:r>
              <a:t>Training RNNs can be challenging due to vanishing</a:t>
            </a:r>
          </a:p>
          <a:p>
            <a:pPr>
              <a:defRPr sz="2000">
                <a:solidFill>
                  <a:srgbClr val="444444"/>
                </a:solidFill>
              </a:defRPr>
            </a:pPr>
            <a:r>
              <a:t>Gradients are used to update weights and biases</a:t>
            </a:r>
          </a:p>
          <a:p>
            <a:pPr>
              <a:defRPr sz="2000">
                <a:solidFill>
                  <a:srgbClr val="444444"/>
                </a:solidFill>
              </a:defRPr>
            </a:pPr>
            <a:r>
              <a:t>RNNs are a fundamental deep learning concept</a:t>
            </a:r>
          </a:p>
          <a:p>
            <a:pPr>
              <a:defRPr sz="2000">
                <a:solidFill>
                  <a:srgbClr val="444444"/>
                </a:solidFill>
              </a:defRPr>
            </a:pPr>
            <a:r>
              <a:t>Applications include speech recognition systems</a:t>
            </a:r>
          </a:p>
          <a:p>
            <a:pPr>
              <a:defRPr sz="2000">
                <a:solidFill>
                  <a:srgbClr val="444444"/>
                </a:solidFill>
              </a:defRPr>
            </a:pPr>
            <a:r>
              <a:t>Sequence data is common in many domains</a:t>
            </a:r>
          </a:p>
        </p:txBody>
      </p:sp>
      <p:pic>
        <p:nvPicPr>
          <p:cNvPr id="4" name="Picture 3" descr="7b7eb67406c841f1b8d87c147eb1eb70_deep_learning_overview.jpg"/>
          <p:cNvPicPr>
            <a:picLocks noChangeAspect="1"/>
          </p:cNvPicPr>
          <p:nvPr/>
        </p:nvPicPr>
        <p:blipFill>
          <a:blip r:embed="rId2"/>
          <a:stretch>
            <a:fillRect/>
          </a:stretch>
        </p:blipFill>
        <p:spPr>
          <a:xfrm>
            <a:off x="7315200" y="1828800"/>
            <a:ext cx="4114800" cy="30861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Useful for time series forecasting and prediction</a:t>
            </a:r>
          </a:p>
          <a:p>
            <a:pPr>
              <a:defRPr sz="2000">
                <a:solidFill>
                  <a:srgbClr val="444444"/>
                </a:solidFill>
              </a:defRPr>
            </a:pPr>
            <a:r>
              <a:t>Consist of input, output, and hidden layers</a:t>
            </a:r>
          </a:p>
          <a:p>
            <a:pPr>
              <a:defRPr sz="2000">
                <a:solidFill>
                  <a:srgbClr val="444444"/>
                </a:solidFill>
              </a:defRPr>
            </a:pPr>
            <a:r>
              <a:t>Hidden layers have recurrent connections</a:t>
            </a:r>
          </a:p>
          <a:p>
            <a:pPr>
              <a:defRPr sz="2000">
                <a:solidFill>
                  <a:srgbClr val="444444"/>
                </a:solidFill>
              </a:defRPr>
            </a:pPr>
            <a:r>
              <a:t>Each neuron receives input from previous steps</a:t>
            </a:r>
          </a:p>
          <a:p>
            <a:pPr>
              <a:defRPr sz="2000">
                <a:solidFill>
                  <a:srgbClr val="444444"/>
                </a:solidFill>
              </a:defRPr>
            </a:pPr>
            <a:r>
              <a:t>Trained using backpropagation through time</a:t>
            </a:r>
          </a:p>
          <a:p>
            <a:pPr>
              <a:defRPr sz="2000">
                <a:solidFill>
                  <a:srgbClr val="444444"/>
                </a:solidFill>
              </a:defRPr>
            </a:pPr>
            <a:r>
              <a:t>Effective for speech recognition and language modeling</a:t>
            </a:r>
          </a:p>
          <a:p>
            <a:pPr>
              <a:defRPr sz="2000">
                <a:solidFill>
                  <a:srgbClr val="444444"/>
                </a:solidFill>
              </a:defRPr>
            </a:pPr>
            <a:r>
              <a:t>Also used in chatbots and machine translation</a:t>
            </a:r>
          </a:p>
          <a:p>
            <a:pPr>
              <a:defRPr sz="2000">
                <a:solidFill>
                  <a:srgbClr val="444444"/>
                </a:solidFill>
              </a:defRPr>
            </a:pPr>
            <a:r>
              <a:t>Can learn long-term dependencies in data</a:t>
            </a:r>
          </a:p>
          <a:p>
            <a:pPr>
              <a:defRPr sz="2000">
                <a:solidFill>
                  <a:srgbClr val="444444"/>
                </a:solidFill>
              </a:defRPr>
            </a:pPr>
            <a:r>
              <a:t>Key component of many deep learning models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Architecture</a:t>
            </a:r>
          </a:p>
        </p:txBody>
      </p:sp>
      <p:sp>
        <p:nvSpPr>
          <p:cNvPr id="3" name="Content Placeholder 2"/>
          <p:cNvSpPr>
            <a:spLocks noGrp="1"/>
          </p:cNvSpPr>
          <p:nvPr>
            <p:ph idx="1"/>
          </p:nvPr>
        </p:nvSpPr>
        <p:spPr/>
        <p:txBody>
          <a:bodyPr/>
          <a:lstStyle/>
          <a:p>
            <a:pPr>
              <a:defRPr sz="2000">
                <a:solidFill>
                  <a:srgbClr val="444444"/>
                </a:solidFill>
              </a:defRPr>
            </a:pPr>
            <a:r>
              <a:t>Utilizes sequential data or time series data inputs</a:t>
            </a:r>
          </a:p>
          <a:p>
            <a:pPr>
              <a:defRPr sz="2000">
                <a:solidFill>
                  <a:srgbClr val="444444"/>
                </a:solidFill>
              </a:defRPr>
            </a:pPr>
            <a:r>
              <a:t>Comprises input, hidden, and output layers</a:t>
            </a:r>
          </a:p>
          <a:p>
            <a:pPr>
              <a:defRPr sz="2000">
                <a:solidFill>
                  <a:srgbClr val="444444"/>
                </a:solidFill>
              </a:defRPr>
            </a:pPr>
            <a:r>
              <a:t>Employs feedback connections for temporal relationships</a:t>
            </a:r>
          </a:p>
          <a:p>
            <a:pPr>
              <a:defRPr sz="2000">
                <a:solidFill>
                  <a:srgbClr val="444444"/>
                </a:solidFill>
              </a:defRPr>
            </a:pPr>
            <a:r>
              <a:t>Trained using backpropagation through time algorithm</a:t>
            </a:r>
          </a:p>
          <a:p>
            <a:pPr>
              <a:defRPr sz="2000">
                <a:solidFill>
                  <a:srgbClr val="444444"/>
                </a:solidFill>
              </a:defRPr>
            </a:pPr>
            <a:r>
              <a:t>Effective for speech recognition and language modeling</a:t>
            </a:r>
          </a:p>
          <a:p>
            <a:pPr>
              <a:defRPr sz="2000">
                <a:solidFill>
                  <a:srgbClr val="444444"/>
                </a:solidFill>
              </a:defRPr>
            </a:pPr>
            <a:r>
              <a:t>Handles variable-length input sequences naturally</a:t>
            </a:r>
          </a:p>
          <a:p>
            <a:pPr>
              <a:defRPr sz="2000">
                <a:solidFill>
                  <a:srgbClr val="444444"/>
                </a:solidFill>
              </a:defRPr>
            </a:pPr>
            <a:r>
              <a:t>Can learn long-term dependencies in data sequences</a:t>
            </a:r>
          </a:p>
          <a:p>
            <a:pPr>
              <a:defRPr sz="2000">
                <a:solidFill>
                  <a:srgbClr val="444444"/>
                </a:solidFill>
              </a:defRPr>
            </a:pPr>
            <a:r>
              <a:t>Requires careful initialization and regularization</a:t>
            </a:r>
          </a:p>
          <a:p>
            <a:pPr>
              <a:defRPr sz="2000">
                <a:solidFill>
                  <a:srgbClr val="444444"/>
                </a:solidFill>
              </a:defRPr>
            </a:pPr>
            <a:r>
              <a:t>May suffer from vanishing or exploding gradients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