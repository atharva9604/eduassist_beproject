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deep learning</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introduction to deep learning</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Deep Learning - What is Deep Learning?</a:t>
            </a:r>
          </a:p>
        </p:txBody>
      </p:sp>
      <p:sp>
        <p:nvSpPr>
          <p:cNvPr id="3" name="Content Placeholder 2"/>
          <p:cNvSpPr>
            <a:spLocks noGrp="1"/>
          </p:cNvSpPr>
          <p:nvPr>
            <p:ph idx="1"/>
          </p:nvPr>
        </p:nvSpPr>
        <p:spPr/>
        <p:txBody>
          <a:bodyPr/>
          <a:lstStyle/>
          <a:p>
            <a:pPr>
              <a:defRPr sz="2000">
                <a:solidFill>
                  <a:srgbClr val="444444"/>
                </a:solidFill>
              </a:defRPr>
            </a:pPr>
            <a:r>
              <a:t>Deep Learning is a specialized subfield of Machine Learning based on multi-layered artificial neural networks. Inspired by the human brain, these networks learn directly from vast amounts of data (like images, text, or sound) without manually programmed rules or features.</a:t>
            </a:r>
          </a:p>
          <a:p>
            <a:pPr>
              <a:defRPr sz="2000">
                <a:solidFill>
                  <a:srgbClr val="444444"/>
                </a:solidFill>
              </a:defRPr>
            </a:pPr>
            <a:r>
              <a:t>The 'deep' in Deep Learning refers to the numerous layers of neurons in the network. Each layer progressively extracts higher-level features from the input data. For example, in image recognition, initial layers might detect edges, middle layers combine these to form shapes (like eyes), and final layers recognize a complete object (like a face).</a:t>
            </a:r>
          </a:p>
          <a:p>
            <a:pPr>
              <a:defRPr sz="2000">
                <a:solidFill>
                  <a:srgbClr val="444444"/>
                </a:solidFill>
              </a:defRPr>
            </a:pPr>
            <a:r>
              <a:t>The recent boom in Deep Learning is driven by a convergence of three key factors: the availability of massive datasets (Big Data), the development of powerful parallel processing hardware (especially GPUs), and significant algorithmic improvements that make training these deep networks practical and effective.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Deep Learning - From Machine Learning to Deep Learning</a:t>
            </a:r>
          </a:p>
        </p:txBody>
      </p:sp>
      <p:sp>
        <p:nvSpPr>
          <p:cNvPr id="3" name="Content Placeholder 2"/>
          <p:cNvSpPr>
            <a:spLocks noGrp="1"/>
          </p:cNvSpPr>
          <p:nvPr>
            <p:ph idx="1"/>
          </p:nvPr>
        </p:nvSpPr>
        <p:spPr/>
        <p:txBody>
          <a:bodyPr/>
          <a:lstStyle/>
          <a:p>
            <a:pPr>
              <a:defRPr sz="2000">
                <a:solidFill>
                  <a:srgbClr val="444444"/>
                </a:solidFill>
              </a:defRPr>
            </a:pPr>
            <a:r>
              <a:t>**A Subset of Machine Learning Inspired by the Brain:** Deep Learning is a specialized subfield of Machine Learning that uses multi-layered Artificial Neural Networks (ANNs). The architecture is inspired by the human brain's network of neurons, allowing the model to learn complex patterns from vast amounts of data. The "deep" in Deep Learning refers to the large number of layers in the network.</a:t>
            </a:r>
          </a:p>
          <a:p>
            <a:pPr>
              <a:defRPr sz="2000">
                <a:solidFill>
                  <a:srgbClr val="444444"/>
                </a:solidFill>
              </a:defRPr>
            </a:pPr>
            <a:r>
              <a:t>**Automated Feature Extraction vs. Manual Feature Engineering:** A key distinction from traditional Machine Learning lies in feature engineering. In traditional ML (e.g., SVMs, Decision Trees), experts must manually extract relevant features from raw data. Deep Learning models automate this; initial layers learn simple features (like edges in an image), and subsequent layers combine them to learn more complex features (like eyes or faces).</a:t>
            </a:r>
          </a:p>
          <a:p>
            <a:pPr>
              <a:defRPr sz="2000">
                <a:solidFill>
                  <a:srgbClr val="444444"/>
                </a:solidFill>
              </a:defRPr>
            </a:pPr>
            <a:r>
              <a:t>**Fueled by Big Data and Powerful Hardware:** The recent explosion in Deep Learning's popularity is driven by two main factors: the availability of massive datasets and advancements in computational power. These deep networks require vast amounts of labeled data to learn effectively and rely on powerful hardware, particularly GPUs (Graphics Processing Units), to perform the massive parallel computations needed for training.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Deep Learning - The Core Idea: Neural Networks</a:t>
            </a:r>
          </a:p>
        </p:txBody>
      </p:sp>
      <p:sp>
        <p:nvSpPr>
          <p:cNvPr id="3" name="Content Placeholder 2"/>
          <p:cNvSpPr>
            <a:spLocks noGrp="1"/>
          </p:cNvSpPr>
          <p:nvPr>
            <p:ph idx="1"/>
          </p:nvPr>
        </p:nvSpPr>
        <p:spPr/>
        <p:txBody>
          <a:bodyPr/>
          <a:lstStyle/>
          <a:p>
            <a:pPr>
              <a:defRPr sz="2000">
                <a:solidFill>
                  <a:srgbClr val="444444"/>
                </a:solidFill>
              </a:defRPr>
            </a:pPr>
            <a:r>
              <a:t>Inspired by the human brain, Deep Learning is built upon Artificial Neural Networks (ANNs), which are networks of interconnected nodes called 'neurons'.</a:t>
            </a:r>
          </a:p>
          <a:p>
            <a:pPr>
              <a:defRPr sz="2000">
                <a:solidFill>
                  <a:srgbClr val="444444"/>
                </a:solidFill>
              </a:defRPr>
            </a:pPr>
            <a:r>
              <a:t>These neurons are organized in layers: an input layer that receives data, one or more 'hidden' layers that perform computations, and an output layer that produces the final result.</a:t>
            </a:r>
          </a:p>
          <a:p>
            <a:pPr>
              <a:defRPr sz="2000">
                <a:solidFill>
                  <a:srgbClr val="444444"/>
                </a:solidFill>
              </a:defRPr>
            </a:pPr>
            <a:r>
              <a:t>Each connection between neurons has a 'weight' and a 'bias'. During training, the network adjusts these values to learn patterns, essentially determining the importance of different inputs.</a:t>
            </a:r>
          </a:p>
          <a:p>
            <a:pPr>
              <a:defRPr sz="2000">
                <a:solidFill>
                  <a:srgbClr val="444444"/>
                </a:solidFill>
              </a:defRPr>
            </a:pPr>
            <a:r>
              <a:t>The 'deep' in Deep Learning signifies a network with many hidden layers (a deep 'stack' of layers). This depth allows the model to learn a hierarchy of complex features directly from the raw data, from simple patterns to abstract concepts.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