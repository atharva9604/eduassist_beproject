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Computer Engineering presentation covering multiple topics. Today we'll explore: Introduction to Operating Systems, Process Management, Memory Management.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Welcome to the introduction of operating systems, a crucial component of computer engineering. In this section, we will explore the fundamentals of operating systems, including their role, functions, and characteristics. Operating systems play a vital role in managing computer resources, providing a platform for applications, and ensuring security and efficiency.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 this section, we will explore the basics of operating systems, including their functions, types, and characteristics. We will also discuss how operating systems manage computer resources and provide a platform for running applications. Key concepts such as process scheduling, memory management, and file systems will be introduced, laying the foundation for further study.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 this section, we will explore the basics of operating systems, including their functions, characteristics, and importance in computer engineering. We will discuss how operating systems manage hardware and software resources, provide a platform for applications, and ensure security and authentication. This introduction will lay the foundation for further topics in operating systems.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Computer Engineering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Introduction to Operating Systems, Process Management, Memory Management</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Operating Systems: Fundamentals and Overview</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Acts as intermediary between user and computer hardware components</a:t>
            </a:r>
          </a:p>
          <a:p>
            <a:pPr>
              <a:defRPr sz="2000">
                <a:solidFill>
                  <a:srgbClr val="444444"/>
                </a:solidFill>
              </a:defRPr>
            </a:pPr>
            <a:r>
              <a:t>Provides platform for running applications and services smoothly</a:t>
            </a:r>
          </a:p>
          <a:p>
            <a:pPr>
              <a:defRPr sz="2000">
                <a:solidFill>
                  <a:srgbClr val="444444"/>
                </a:solidFill>
              </a:defRPr>
            </a:pPr>
            <a:r>
              <a:t>Controls input/output operations and memory management functions</a:t>
            </a:r>
          </a:p>
          <a:p>
            <a:pPr>
              <a:defRPr sz="2000">
                <a:solidFill>
                  <a:srgbClr val="444444"/>
                </a:solidFill>
              </a:defRPr>
            </a:pPr>
            <a:r>
              <a:t>Ensures security and authentication mechanisms are in place</a:t>
            </a:r>
          </a:p>
          <a:p>
            <a:pPr>
              <a:defRPr sz="2000">
                <a:solidFill>
                  <a:srgbClr val="444444"/>
                </a:solidFill>
              </a:defRPr>
            </a:pPr>
            <a:r>
              <a:t>Supports multitasking and multithreading capabilities inherently</a:t>
            </a:r>
          </a:p>
          <a:p>
            <a:pPr>
              <a:defRPr sz="2000">
                <a:solidFill>
                  <a:srgbClr val="444444"/>
                </a:solidFill>
              </a:defRPr>
            </a:pPr>
            <a:r>
              <a:t>Handles file system management and storage operations effectively</a:t>
            </a:r>
          </a:p>
          <a:p>
            <a:pPr>
              <a:defRPr sz="2000">
                <a:solidFill>
                  <a:srgbClr val="444444"/>
                </a:solidFill>
              </a:defRPr>
            </a:pPr>
            <a:r>
              <a:t>Provides utility programs for maintenance and troubleshooting purposes</a:t>
            </a:r>
          </a:p>
          <a:p>
            <a:pPr>
              <a:defRPr sz="2000">
                <a:solidFill>
                  <a:srgbClr val="444444"/>
                </a:solidFill>
              </a:defRPr>
            </a:pPr>
            <a:r>
              <a:t>Enables communication between hardware and software components seamlessly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Operating Systems: Fundamentals and Concepts</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a:t>
            </a:r>
          </a:p>
          <a:p>
            <a:pPr>
              <a:defRPr sz="2000">
                <a:solidFill>
                  <a:srgbClr val="444444"/>
                </a:solidFill>
              </a:defRPr>
            </a:pPr>
            <a:r>
              <a:t>Acts as an intermediary between user and computer hardware</a:t>
            </a:r>
          </a:p>
          <a:p>
            <a:pPr>
              <a:defRPr sz="2000">
                <a:solidFill>
                  <a:srgbClr val="444444"/>
                </a:solidFill>
              </a:defRPr>
            </a:pPr>
            <a:r>
              <a:t>Controls input/output operations and memory management</a:t>
            </a:r>
          </a:p>
          <a:p>
            <a:pPr>
              <a:defRPr sz="2000">
                <a:solidFill>
                  <a:srgbClr val="444444"/>
                </a:solidFill>
              </a:defRPr>
            </a:pPr>
            <a:r>
              <a:t>Provides platform for running applications and services</a:t>
            </a:r>
          </a:p>
          <a:p>
            <a:pPr>
              <a:defRPr sz="2000">
                <a:solidFill>
                  <a:srgbClr val="444444"/>
                </a:solidFill>
              </a:defRPr>
            </a:pPr>
            <a:r>
              <a:t>Handles process scheduling and multitasking capabilities</a:t>
            </a:r>
          </a:p>
          <a:p>
            <a:pPr>
              <a:defRPr sz="2000">
                <a:solidFill>
                  <a:srgbClr val="444444"/>
                </a:solidFill>
              </a:defRPr>
            </a:pPr>
            <a:r>
              <a:t>Manages file systems and storage devices effectively</a:t>
            </a:r>
          </a:p>
          <a:p>
            <a:pPr>
              <a:defRPr sz="2000">
                <a:solidFill>
                  <a:srgbClr val="444444"/>
                </a:solidFill>
              </a:defRPr>
            </a:pPr>
            <a:r>
              <a:t>Ensures security and authentication mechanisms are in place</a:t>
            </a:r>
          </a:p>
          <a:p>
            <a:pPr>
              <a:defRPr sz="2000">
                <a:solidFill>
                  <a:srgbClr val="444444"/>
                </a:solidFill>
              </a:defRPr>
            </a:pPr>
            <a:r>
              <a:t>Supports networking and communication protocols</a:t>
            </a:r>
          </a:p>
          <a:p>
            <a:pPr>
              <a:defRPr sz="2000">
                <a:solidFill>
                  <a:srgbClr val="444444"/>
                </a:solidFill>
              </a:defRPr>
            </a:pPr>
            <a:r>
              <a:t>Optimizes system performance and reliability</a:t>
            </a:r>
          </a:p>
        </p:txBody>
      </p:sp>
      <p:pic>
        <p:nvPicPr>
          <p:cNvPr id="4" name="Picture 3" descr="616cfaaf157f4bf78f7c35d8cdeec627.jpg"/>
          <p:cNvPicPr>
            <a:picLocks noChangeAspect="1"/>
          </p:cNvPicPr>
          <p:nvPr/>
        </p:nvPicPr>
        <p:blipFill>
          <a:blip r:embed="rId2"/>
          <a:stretch>
            <a:fillRect/>
          </a:stretch>
        </p:blipFill>
        <p:spPr>
          <a:xfrm>
            <a:off x="7315200" y="1828800"/>
            <a:ext cx="4114800" cy="138223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Operating Systems: Fundamentals and Concepts</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Provides a platform for running applications and services smoothly</a:t>
            </a:r>
          </a:p>
          <a:p>
            <a:pPr>
              <a:defRPr sz="2000">
                <a:solidFill>
                  <a:srgbClr val="444444"/>
                </a:solidFill>
              </a:defRPr>
            </a:pPr>
            <a:r>
              <a:t>Controls input/output operations and memory management functions</a:t>
            </a:r>
          </a:p>
          <a:p>
            <a:pPr>
              <a:defRPr sz="2000">
                <a:solidFill>
                  <a:srgbClr val="444444"/>
                </a:solidFill>
              </a:defRPr>
            </a:pPr>
            <a:r>
              <a:t>Handles file system and storage management tasks effectively</a:t>
            </a:r>
          </a:p>
          <a:p>
            <a:pPr>
              <a:defRPr sz="2000">
                <a:solidFill>
                  <a:srgbClr val="444444"/>
                </a:solidFill>
              </a:defRPr>
            </a:pPr>
            <a:r>
              <a:t>Ensures security and authentication mechanisms are in place</a:t>
            </a:r>
          </a:p>
          <a:p>
            <a:pPr>
              <a:defRPr sz="2000">
                <a:solidFill>
                  <a:srgbClr val="444444"/>
                </a:solidFill>
              </a:defRPr>
            </a:pPr>
            <a:r>
              <a:t>Supports multitasking and multiprogramming capabilities always</a:t>
            </a:r>
          </a:p>
          <a:p>
            <a:pPr>
              <a:defRPr sz="2000">
                <a:solidFill>
                  <a:srgbClr val="444444"/>
                </a:solidFill>
              </a:defRPr>
            </a:pPr>
            <a:r>
              <a:t>Manages network communications and protocols effectively always</a:t>
            </a:r>
          </a:p>
          <a:p>
            <a:pPr>
              <a:defRPr sz="2000">
                <a:solidFill>
                  <a:srgbClr val="444444"/>
                </a:solidFill>
              </a:defRPr>
            </a:pPr>
            <a:r>
              <a:t>Provides a user interface for interaction and feedback purposes</a:t>
            </a:r>
          </a:p>
          <a:p>
            <a:pPr>
              <a:defRPr sz="2000">
                <a:solidFill>
                  <a:srgbClr val="444444"/>
                </a:solidFill>
              </a:defRPr>
            </a:pPr>
            <a:r>
              <a:t>Optimizes system performance and resource utilization always</a:t>
            </a:r>
          </a:p>
        </p:txBody>
      </p:sp>
      <p:pic>
        <p:nvPicPr>
          <p:cNvPr id="4" name="Picture 3" descr="616cfaaf157f4bf78f7c35d8cdeec627.jpg"/>
          <p:cNvPicPr>
            <a:picLocks noChangeAspect="1"/>
          </p:cNvPicPr>
          <p:nvPr/>
        </p:nvPicPr>
        <p:blipFill>
          <a:blip r:embed="rId2"/>
          <a:stretch>
            <a:fillRect/>
          </a:stretch>
        </p:blipFill>
        <p:spPr>
          <a:xfrm>
            <a:off x="7315200" y="1828800"/>
            <a:ext cx="4114800" cy="138223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