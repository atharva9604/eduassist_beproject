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Deep Networks: Three Classes of Deep Learning Basic Terminologies  of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Retrieved from syllabus (subject: General, module: N/A): [Page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Retrieved from syllabus (subject: General, module: N/A): [Page 9] Course Code: Course Title Credit ADC701 Deep Learning 3 Prerequisite: Basic mathematics and Statistical concepts, Linear algebra, Machine Learning Course Objectives: 1 To learn the fundamentals of Neural Network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2 To gain an in-depth understanding of training Deep Neural Networks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3 To acquire knowledge of advanced concepts of Convolution Neural Networks, Autoencoders and Recurrent Neural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4 Students should be familiar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4 Students should be familiar with the recent trends in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Course Outcomes: 1 Gain basic knowledge of Neural Networks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2 Acquire in depth understanding of training Deep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Retrieved from syllabus (subject: General, module: N/A): [Page 9] Course Code...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2 To gain an in-depth understanding of training Deep Neural Networks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Course Outcomes: 1 Gain basic knowledge of Neural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