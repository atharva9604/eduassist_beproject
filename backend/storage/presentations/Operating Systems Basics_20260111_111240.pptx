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Systems Basics.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to Operating Systems in the context of Operating Systems Basics.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Process Management Concepts in the context of Operating Systems Basics.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Memory Management Techniques in the context of Operating Systems Basics.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Systems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act as intermediaries between computer hardware and software applications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Manages computer hardware resources efficiently for optimal system performance and productivity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a platform for running applications and services on computer systems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Controls and coordinates computer hardware components such as CPU and memory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Offers a user interface for interacting with computer systems and applications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Enables multitasking and multithreading for improved system responsiveness and throughput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Handles input output operations and manages data storage and retrieval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Supports networking and communication protocols for connecting to other systems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Ensures system security and integrity by implementing access controls and permissions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Process Management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Process creation involves generating new processes from existing ones using fork system calls effectively.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synchronization ensures multiple processes access shared resources without conflicts or data inconsistencies occurring.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Context switching allows the operating system to switch between processes efficiently and quickly minimize downtime.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scheduling algorithms determine the order in which processes are executed by the CPU efficiently.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Interprocess communication enables processes to exchange data and coordinate actions seamlessly and effectively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states include ready, running, waiting, and zombie, each representing a different process status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Thread management involves creating, scheduling, and synchronizing threads within a process efficiently and effectively.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Deadlock prevention techniques ensure that processes do not enter a deadlock state and system freezes.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priority scheduling assigns priority to processes based on their urgency and importance levels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management interfaces provide system calls for process creation, termination, and control effectively always.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Memory Management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Paging divides memory into fixed-size blocks for efficient allocation and deallocation of memory space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 allocates memory based on program logic, improving memory utilization and reducing fragmentation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Virtual memory combines physical and secondary storage, enabling large programs to run on limited memory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Swapping involves exchanging pages or segments between main memory and secondary storage devices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protection prevents unauthorized access to memory regions, ensuring system stability and security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Cache memory stores frequently accessed data, reducing access time and improving system performance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mapping allows multiple programs to share the same physical memory space, reducing memory waste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Dynamic memory allocation enables programs to request and release memory as needed, optimizing memory usage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fragmentation occurs when free memory is broken into small, unusable blocks, reducing system efficiency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