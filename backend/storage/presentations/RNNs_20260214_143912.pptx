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60" r:id="rId12"/>
    <p:sldId id="261" r:id="rId13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ontent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hankYou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Use: Sequential data processing</a:t>
            </a:r>
          </a:p>
          <a:p>
            <a:pPr/>
            <a:r>
              <a:t>Model: Recurrent neural networks</a:t>
            </a:r>
          </a:p>
          <a:p>
            <a:pPr/>
            <a:r>
              <a:t>Equation: h_t = f(h_(t-1), x_t)</a:t>
            </a:r>
          </a:p>
          <a:p>
            <a:pPr/>
            <a:r>
              <a:t>Activation: Sigmoid, tanh, ReLU</a:t>
            </a:r>
          </a:p>
          <a:p>
            <a:pPr/>
            <a:r>
              <a:t>Training: Backpropagation through time</a:t>
            </a:r>
          </a:p>
          <a:p>
            <a:pPr/>
            <a:r>
              <a:t>Challenge: Vanishing gradients O(n)</a:t>
            </a:r>
          </a:p>
          <a:p>
            <a:pPr/>
            <a:r>
              <a:t>Optimization: LSTM, GRU architectures</a:t>
            </a:r>
          </a:p>
          <a:p>
            <a:pPr/>
            <a:r>
              <a:t>Application: NLP, speech recognition</a:t>
            </a:r>
          </a:p>
        </p:txBody>
      </p:sp>
      <p:pic>
        <p:nvPicPr>
          <p:cNvPr id="4" name="Picture 3" descr="7cb91f8a929c41aeaa27027ddcf49bc6_rnns_dl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</a:t>
            </a:r>
          </a:p>
          <a:p>
            <a:pPr/>
            <a:r>
              <a:t>Use: Recurrent connections</a:t>
            </a:r>
          </a:p>
          <a:p>
            <a:pPr/>
            <a:r>
              <a:t>Formula: h_t = f(h_(t-1), x_t)</a:t>
            </a:r>
          </a:p>
          <a:p>
            <a:pPr/>
            <a:r>
              <a:t>Backprop: Through time (BPTT)</a:t>
            </a:r>
          </a:p>
          <a:p>
            <a:pPr/>
            <a:r>
              <a:t>Training: Stochastic gradient descent</a:t>
            </a:r>
          </a:p>
          <a:p>
            <a:pPr/>
            <a:r>
              <a:t>Activation: Sigmoid, tanh, ReLU</a:t>
            </a:r>
          </a:p>
          <a:p>
            <a:pPr/>
            <a:r>
              <a:t>Output: Softmax, linear layers</a:t>
            </a:r>
          </a:p>
          <a:p>
            <a:pPr/>
            <a:r>
              <a:t>Optimization: O(n log n) complexity</a:t>
            </a:r>
          </a:p>
          <a:p>
            <a:pPr/>
            <a:r>
              <a:t>Error: Mean squared, cross-entropy</a:t>
            </a:r>
          </a:p>
        </p:txBody>
      </p:sp>
      <p:pic>
        <p:nvPicPr>
          <p:cNvPr id="4" name="Picture 3" descr="a131033c6dd7427ba789635b1a196487_rnns_dl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RNNs: Recurrent Neural Networks</a:t>
            </a:r>
          </a:p>
          <a:p>
            <a:pPr/>
            <a:r>
              <a:t>Goal: Simulate human intelligence</a:t>
            </a:r>
          </a:p>
          <a:p>
            <a:pPr/>
            <a:r>
              <a:t>Backpropagation: Optimizes weights</a:t>
            </a:r>
          </a:p>
          <a:p>
            <a:pPr/>
            <a:r>
              <a:t>Activation: Sigmoid, tanh, ReLU</a:t>
            </a:r>
          </a:p>
          <a:p>
            <a:pPr/>
            <a:r>
              <a:t>Loss: Mean Squared Error (MSE)</a:t>
            </a:r>
          </a:p>
          <a:p>
            <a:pPr/>
            <a:r>
              <a:t>Gradient: dE/dt = -λ(dE/dx)</a:t>
            </a:r>
          </a:p>
          <a:p>
            <a:pPr/>
            <a:r>
              <a:t>Learning: Stochastic Gradient Descent</a:t>
            </a:r>
          </a:p>
          <a:p>
            <a:pPr/>
            <a:r>
              <a:t>Complexity: O(n^2) time, O(n) space</a:t>
            </a:r>
          </a:p>
          <a:p>
            <a:pPr/>
            <a:r>
              <a:t>Convergence: Guaranteed by SGD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