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Welcome to the Computer Engineering presentation covering multiple topics. Today we'll explore: Operating System Basics, Introduction to Operating Systems, Process Management, Memory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In this section, we will cover the basics of operating systems, including their primary functions and key characteristics. Operating systems act as a bridge between computer hardware and software, managing resources and providing a platform for running applications. We will explore the essential components and features of operating systems, highlighting their importance in modern computing.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In this section, we will delve into the basics of operating systems, exploring their key functions and characteristics. The operating system acts as a intermediary between computer hardware and user-level applications. We will discuss how it manages resources, provides services, and ensures security and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In this section, we will cover the basics of operating systems, including their role in managing computer resources, providing a platform for applications, and ensuring security and authentication. The key concepts will be discussed in detail to provide a comprehensive understanding of operating system fundamentals. This will lay the foundation for further exploration of operating system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Computer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Generated for: Operating System Basics, Introduction to Operating Systems, Process Management, Memory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Manages computer hardware and software resources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platform for running application programs smoothly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Controls input/output operations between devices and applications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memory allocation for multiple running programs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Handles file system organization and storage management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security and authentication for user access control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networking and communication between devices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Optimizes system performance and responsiveness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user interface for interaction and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Part 2: Introduction to Operating System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Manages computer hardware and software resources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platform for running applications and services smoothly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Controls input output and storage devices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memory and storage allocation for optimal performance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Handles process scheduling and multitasking capabilities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security and authentication for authorized access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networking and communication protocols seamlessly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Optimizes system performance and responsiveness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user interface for interaction and navigation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Enables hardware abstraction for compatibility and portability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Part 3: Introduction to Operating System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Manages computer hardware and software resources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platform for running applications and services smoothly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Controls input output and storage devices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Handles memory management and allocation tasks automatically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security and authentication mechanisms are in place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multitasking and multithreading capabilities fully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Optimizes system performance and responsiveness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file systems and directories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user interface for interaction and navigation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