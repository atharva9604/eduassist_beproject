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CNNs.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Please refer to the user-provided content for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Please refer to the user-provided content for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Please refer to the user-provided content for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Please refer to the user-provided content for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Please refer to the user-provided content for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Convolutional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7791a882bd6e42d78be2ca073926ee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886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Convolution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d82546947e6443581a78ee4434d4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13822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Pooling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547308dfedcb4c2e861f71bff64a71f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CNN Architecture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6e655933a80c4339bc01e26b7eaf2d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021337dc9a1c4523ba8fc14d82c428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0311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