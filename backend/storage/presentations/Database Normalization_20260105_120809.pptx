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Database Normalization.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this topic, emphasize the importance of database normalization in ensuring data consistency and integrity. Provide examples of how normalization can improve query performance and reduce data duplication. Ask students to consider the consequences of not normalizing a database, such as data inconsistencies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core concept and architecture of database normalization, emphasize the importance of reducing data redundancy and improving data integrity. Provide examples of how normalization rules can eliminate data anomalies and improve scalability. Ask students to consider how the core concept and architecture of database normalization can be applied to real-world scenarios, such as designing a database for a large e-commerce platform.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mathematical and logical explanation of database normalization, emphasize the importance of normal forms and functional dependencies. Provide examples of how these concepts apply to real-world database design, and ask students to consider how they can use mathematical proofs to validate their own database normalization processes. Encourage students to think critically about the logical rules guiding database design and how they impact data consistency and integrity.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this slide, emphasize the various industries and applications that utilize database normalization, such as e-commerce and healthcare. Provide examples of how normalization improves data consistency and scalability in these systems. Ask students to consider how normalization would apply to a real-world scenario, such as designing a database for a new social media platform.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importance of normalization in database design, provide examples of how it reduces data redundancy, and ask students to consider scenarios where denormalization might be necessary for performance optimization. Encourage students to think critically about the trade-offs between normalization and denormalization. Ask questions like 'What are the benefits of normalization?' or 'When might denormalization be acceptable?' to spark class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Normalization</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Database Management System</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is a crucial aspect of database design</a:t>
            </a:r>
          </a:p>
          <a:p>
            <a:pPr>
              <a:defRPr sz="2000">
                <a:solidFill>
                  <a:srgbClr val="444444"/>
                </a:solidFill>
              </a:defRPr>
            </a:pPr>
            <a:r>
              <a:t>Normalization reduces data redundancy and improves data integrity</a:t>
            </a:r>
          </a:p>
          <a:p>
            <a:pPr>
              <a:defRPr sz="2000">
                <a:solidFill>
                  <a:srgbClr val="444444"/>
                </a:solidFill>
              </a:defRPr>
            </a:pPr>
            <a:r>
              <a:t>It involves organizing data into tables and relationships</a:t>
            </a:r>
          </a:p>
          <a:p>
            <a:pPr>
              <a:defRPr sz="2000">
                <a:solidFill>
                  <a:srgbClr val="444444"/>
                </a:solidFill>
              </a:defRPr>
            </a:pPr>
            <a:r>
              <a:t>Normalization helps to eliminate data inconsistencies</a:t>
            </a:r>
          </a:p>
          <a:p>
            <a:pPr>
              <a:defRPr sz="2000">
                <a:solidFill>
                  <a:srgbClr val="444444"/>
                </a:solidFill>
              </a:defRPr>
            </a:pPr>
            <a:r>
              <a:t>Database normalization has several normal forms</a:t>
            </a:r>
          </a:p>
          <a:p>
            <a:pPr>
              <a:defRPr sz="2000">
                <a:solidFill>
                  <a:srgbClr val="444444"/>
                </a:solidFill>
              </a:defRPr>
            </a:pPr>
            <a:r>
              <a:t>Each normal form has its own set of rules and guidelines</a:t>
            </a:r>
          </a:p>
          <a:p>
            <a:pPr>
              <a:defRPr sz="2000">
                <a:solidFill>
                  <a:srgbClr val="444444"/>
                </a:solidFill>
              </a:defRPr>
            </a:pPr>
            <a:r>
              <a:t>Normalization improves data scalability and flexibility</a:t>
            </a:r>
          </a:p>
          <a:p>
            <a:pPr>
              <a:defRPr sz="2000">
                <a:solidFill>
                  <a:srgbClr val="444444"/>
                </a:solidFill>
              </a:defRPr>
            </a:pPr>
            <a:r>
              <a:t>It reduces data duplication and improves query performance</a:t>
            </a:r>
          </a:p>
          <a:p>
            <a:pPr>
              <a:defRPr sz="2000">
                <a:solidFill>
                  <a:srgbClr val="444444"/>
                </a:solidFill>
              </a:defRPr>
            </a:pPr>
            <a:r>
              <a:t>Normalization is essential for large and complex databases</a:t>
            </a:r>
          </a:p>
        </p:txBody>
      </p:sp>
      <p:pic>
        <p:nvPicPr>
          <p:cNvPr id="4" name="Picture 3" descr="f2adcc9477a04f7688556a243d1af2c7_database_normalization_database_manageme.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Database normalization core concept reduces data redundancy</a:t>
            </a:r>
          </a:p>
          <a:p>
            <a:pPr>
              <a:defRPr sz="2000">
                <a:solidFill>
                  <a:srgbClr val="444444"/>
                </a:solidFill>
              </a:defRPr>
            </a:pPr>
            <a:r>
              <a:t>Architecture ensures data integrity and consistency</a:t>
            </a:r>
          </a:p>
          <a:p>
            <a:pPr>
              <a:defRPr sz="2000">
                <a:solidFill>
                  <a:srgbClr val="444444"/>
                </a:solidFill>
              </a:defRPr>
            </a:pPr>
            <a:r>
              <a:t>Normalization rules eliminate data anomalies</a:t>
            </a:r>
          </a:p>
          <a:p>
            <a:pPr>
              <a:defRPr sz="2000">
                <a:solidFill>
                  <a:srgbClr val="444444"/>
                </a:solidFill>
              </a:defRPr>
            </a:pPr>
            <a:r>
              <a:t>Core concept improves data scalability and flexibility</a:t>
            </a:r>
          </a:p>
          <a:p>
            <a:pPr>
              <a:defRPr sz="2000">
                <a:solidFill>
                  <a:srgbClr val="444444"/>
                </a:solidFill>
              </a:defRPr>
            </a:pPr>
            <a:r>
              <a:t>Architecture supports data relationships and constraints</a:t>
            </a:r>
          </a:p>
          <a:p>
            <a:pPr>
              <a:defRPr sz="2000">
                <a:solidFill>
                  <a:srgbClr val="444444"/>
                </a:solidFill>
              </a:defRPr>
            </a:pPr>
            <a:r>
              <a:t>Core concept enhances data security and access control</a:t>
            </a:r>
          </a:p>
          <a:p>
            <a:pPr>
              <a:defRPr sz="2000">
                <a:solidFill>
                  <a:srgbClr val="444444"/>
                </a:solidFill>
              </a:defRPr>
            </a:pPr>
            <a:r>
              <a:t>Normalization principles minimize data inconsistencies</a:t>
            </a:r>
          </a:p>
          <a:p>
            <a:pPr>
              <a:defRPr sz="2000">
                <a:solidFill>
                  <a:srgbClr val="444444"/>
                </a:solidFill>
              </a:defRPr>
            </a:pPr>
            <a:r>
              <a:t>Architecture optimizes data storage and retrieval</a:t>
            </a:r>
          </a:p>
          <a:p>
            <a:pPr>
              <a:defRPr sz="2000">
                <a:solidFill>
                  <a:srgbClr val="444444"/>
                </a:solidFill>
              </a:defRPr>
            </a:pPr>
            <a:r>
              <a:t>Core concept enables data modeling and design</a:t>
            </a:r>
          </a:p>
          <a:p>
            <a:pPr>
              <a:defRPr sz="2000">
                <a:solidFill>
                  <a:srgbClr val="444444"/>
                </a:solidFill>
              </a:defRPr>
            </a:pPr>
            <a:r>
              <a:t>Architecture provides a framework for data governance</a:t>
            </a:r>
          </a:p>
        </p:txBody>
      </p:sp>
      <p:pic>
        <p:nvPicPr>
          <p:cNvPr id="4" name="Picture 3" descr="a43fb19b4dd14e0c8967dbca192c5a6e_database_normalization_database_managem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Normal forms based on mathematical concepts</a:t>
            </a:r>
          </a:p>
          <a:p>
            <a:pPr>
              <a:defRPr sz="2000">
                <a:solidFill>
                  <a:srgbClr val="444444"/>
                </a:solidFill>
              </a:defRPr>
            </a:pPr>
            <a:r>
              <a:t>Logical dependencies between attributes</a:t>
            </a:r>
          </a:p>
          <a:p>
            <a:pPr>
              <a:defRPr sz="2000">
                <a:solidFill>
                  <a:srgbClr val="444444"/>
                </a:solidFill>
              </a:defRPr>
            </a:pPr>
            <a:r>
              <a:t>Functional dependencies define relationships</a:t>
            </a:r>
          </a:p>
          <a:p>
            <a:pPr>
              <a:defRPr sz="2000">
                <a:solidFill>
                  <a:srgbClr val="444444"/>
                </a:solidFill>
              </a:defRPr>
            </a:pPr>
            <a:r>
              <a:t>Multivalued dependencies restrict data</a:t>
            </a:r>
          </a:p>
          <a:p>
            <a:pPr>
              <a:defRPr sz="2000">
                <a:solidFill>
                  <a:srgbClr val="444444"/>
                </a:solidFill>
              </a:defRPr>
            </a:pPr>
            <a:r>
              <a:t>Join dependencies combine related tables</a:t>
            </a:r>
          </a:p>
          <a:p>
            <a:pPr>
              <a:defRPr sz="2000">
                <a:solidFill>
                  <a:srgbClr val="444444"/>
                </a:solidFill>
              </a:defRPr>
            </a:pPr>
            <a:r>
              <a:t>Lossless join decomposition ensures data integrity</a:t>
            </a:r>
          </a:p>
          <a:p>
            <a:pPr>
              <a:defRPr sz="2000">
                <a:solidFill>
                  <a:srgbClr val="444444"/>
                </a:solidFill>
              </a:defRPr>
            </a:pPr>
            <a:r>
              <a:t>Dependency preservation maintains data consistency</a:t>
            </a:r>
          </a:p>
          <a:p>
            <a:pPr>
              <a:defRPr sz="2000">
                <a:solidFill>
                  <a:srgbClr val="444444"/>
                </a:solidFill>
              </a:defRPr>
            </a:pPr>
            <a:r>
              <a:t>Mathematical proofs validate normalization</a:t>
            </a:r>
          </a:p>
          <a:p>
            <a:pPr>
              <a:defRPr sz="2000">
                <a:solidFill>
                  <a:srgbClr val="444444"/>
                </a:solidFill>
              </a:defRPr>
            </a:pPr>
            <a:r>
              <a:t>Logical rules guide database design</a:t>
            </a:r>
          </a:p>
          <a:p>
            <a:pPr>
              <a:defRPr sz="2000">
                <a:solidFill>
                  <a:srgbClr val="444444"/>
                </a:solidFill>
              </a:defRPr>
            </a:pPr>
            <a:r>
              <a:t>Formal systems ensure data correctness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Database normalization applies to e-commerce platforms</a:t>
            </a:r>
          </a:p>
          <a:p>
            <a:pPr>
              <a:defRPr sz="2000">
                <a:solidFill>
                  <a:srgbClr val="444444"/>
                </a:solidFill>
              </a:defRPr>
            </a:pPr>
            <a:r>
              <a:t>Social media platforms use normalization for data consistency</a:t>
            </a:r>
          </a:p>
          <a:p>
            <a:pPr>
              <a:defRPr sz="2000">
                <a:solidFill>
                  <a:srgbClr val="444444"/>
                </a:solidFill>
              </a:defRPr>
            </a:pPr>
            <a:r>
              <a:t>Normalization is crucial in banking and finance systems</a:t>
            </a:r>
          </a:p>
          <a:p>
            <a:pPr>
              <a:defRPr sz="2000">
                <a:solidFill>
                  <a:srgbClr val="444444"/>
                </a:solidFill>
              </a:defRPr>
            </a:pPr>
            <a:r>
              <a:t>Healthcare systems rely on normalization for patient data</a:t>
            </a:r>
          </a:p>
          <a:p>
            <a:pPr>
              <a:defRPr sz="2000">
                <a:solidFill>
                  <a:srgbClr val="444444"/>
                </a:solidFill>
              </a:defRPr>
            </a:pPr>
            <a:r>
              <a:t>Normalization is used in online education platforms</a:t>
            </a:r>
          </a:p>
          <a:p>
            <a:pPr>
              <a:defRPr sz="2000">
                <a:solidFill>
                  <a:srgbClr val="444444"/>
                </a:solidFill>
              </a:defRPr>
            </a:pPr>
            <a:r>
              <a:t>Customer relationship management systems use normalization</a:t>
            </a:r>
          </a:p>
          <a:p>
            <a:pPr>
              <a:defRPr sz="2000">
                <a:solidFill>
                  <a:srgbClr val="444444"/>
                </a:solidFill>
              </a:defRPr>
            </a:pPr>
            <a:r>
              <a:t>Normalization applies to supply chain management systems</a:t>
            </a:r>
          </a:p>
          <a:p>
            <a:pPr>
              <a:defRPr sz="2000">
                <a:solidFill>
                  <a:srgbClr val="444444"/>
                </a:solidFill>
              </a:defRPr>
            </a:pPr>
            <a:r>
              <a:t>Data warehousing and business intelligence use normalization</a:t>
            </a:r>
          </a:p>
          <a:p>
            <a:pPr>
              <a:defRPr sz="2000">
                <a:solidFill>
                  <a:srgbClr val="444444"/>
                </a:solidFill>
              </a:defRPr>
            </a:pPr>
            <a:r>
              <a:t>Normalization is essential for big data analytics platforms</a:t>
            </a:r>
          </a:p>
          <a:p>
            <a:pPr>
              <a:defRPr sz="2000">
                <a:solidFill>
                  <a:srgbClr val="444444"/>
                </a:solidFill>
              </a:defRPr>
            </a:pPr>
            <a:r>
              <a:t>Cloud-based applications rely on normalization for scalability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Normalization reduces data redundancy and dependency</a:t>
            </a:r>
          </a:p>
          <a:p>
            <a:pPr>
              <a:defRPr sz="2000">
                <a:solidFill>
                  <a:srgbClr val="444444"/>
                </a:solidFill>
              </a:defRPr>
            </a:pPr>
            <a:r>
              <a:t>Eliminates data anomalies and inconsistencies</a:t>
            </a:r>
          </a:p>
          <a:p>
            <a:pPr>
              <a:defRPr sz="2000">
                <a:solidFill>
                  <a:srgbClr val="444444"/>
                </a:solidFill>
              </a:defRPr>
            </a:pPr>
            <a:r>
              <a:t>Improves data integrity and scalability</a:t>
            </a:r>
          </a:p>
          <a:p>
            <a:pPr>
              <a:defRPr sz="2000">
                <a:solidFill>
                  <a:srgbClr val="444444"/>
                </a:solidFill>
              </a:defRPr>
            </a:pPr>
            <a:r>
              <a:t>Enhances data security and access control</a:t>
            </a:r>
          </a:p>
          <a:p>
            <a:pPr>
              <a:defRPr sz="2000">
                <a:solidFill>
                  <a:srgbClr val="444444"/>
                </a:solidFill>
              </a:defRPr>
            </a:pPr>
            <a:r>
              <a:t>Supports better data retrieval and manipulation</a:t>
            </a:r>
          </a:p>
          <a:p>
            <a:pPr>
              <a:defRPr sz="2000">
                <a:solidFill>
                  <a:srgbClr val="444444"/>
                </a:solidFill>
              </a:defRPr>
            </a:pPr>
            <a:r>
              <a:t>Normal forms include 1NF, 2NF, and 3NF</a:t>
            </a:r>
          </a:p>
          <a:p>
            <a:pPr>
              <a:defRPr sz="2000">
                <a:solidFill>
                  <a:srgbClr val="444444"/>
                </a:solidFill>
              </a:defRPr>
            </a:pPr>
            <a:r>
              <a:t>Denormalization may be necessary for performance</a:t>
            </a:r>
          </a:p>
          <a:p>
            <a:pPr>
              <a:defRPr sz="2000">
                <a:solidFill>
                  <a:srgbClr val="444444"/>
                </a:solidFill>
              </a:defRPr>
            </a:pPr>
            <a:r>
              <a:t>Normalization is a database design best practice</a:t>
            </a:r>
          </a:p>
          <a:p>
            <a:pPr>
              <a:defRPr sz="2000">
                <a:solidFill>
                  <a:srgbClr val="444444"/>
                </a:solidFill>
              </a:defRPr>
            </a:pPr>
            <a:r>
              <a:t>Key to efficient and effective database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