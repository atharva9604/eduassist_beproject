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{TITLE}.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{TITLE}.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{TOPIC}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{SUBJECT}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{bullet 1}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2}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3}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{bullet 1}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2}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3}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