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Data Communication and Networking presentation covering multiple topics. Today we'll explore: Create a 3-slide PPT on Computer Networks., Subject: Data Communication and Networking, Slide titles:, Slide 1: Introduction to Computer Networks, Slide 2: Types of Computer Networks, Slide 3: Advantages of Computer Networks, Generate content for each slide based on its title..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Introduce the concept of computer networks, explaining how they facilitate data exchange between devices. Provide examples of different types of networks, such as LAN and WAN. Discuss the importance of protocols like TCP/IP and the different types of network topology. Ask students to consider how networks are used in their daily lives and what benefits they provide. Key takeaway: computer networks are essential for modern communication and data sharing.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Data Communication and Networking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Create a 3-slide PPT on Computer Networks., Subject: Data Communication and Networking, Slide titles:, Slide 1: Introduction to Computer Networks, Slide 2: Types of Computer Networks, Slide 3: Advantages of Computer Networks, Generate content for each slide based on its title.</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Create a 3-slide PPT on Computer Networks. - Introduction</a:t>
            </a:r>
          </a:p>
        </p:txBody>
      </p:sp>
      <p:sp>
        <p:nvSpPr>
          <p:cNvPr id="3" name="Content Placeholder 2"/>
          <p:cNvSpPr>
            <a:spLocks noGrp="1"/>
          </p:cNvSpPr>
          <p:nvPr>
            <p:ph idx="1"/>
          </p:nvPr>
        </p:nvSpPr>
        <p:spPr/>
        <p:txBody>
          <a:bodyPr/>
          <a:lstStyle/>
          <a:p>
            <a:pPr>
              <a:defRPr sz="2000">
                <a:solidFill>
                  <a:srgbClr val="444444"/>
                </a:solidFill>
              </a:defRPr>
            </a:pPr>
            <a:r>
              <a:t>Computer networks connect devices for data exchange</a:t>
            </a:r>
          </a:p>
          <a:p>
            <a:pPr>
              <a:defRPr sz="2000">
                <a:solidFill>
                  <a:srgbClr val="444444"/>
                </a:solidFill>
              </a:defRPr>
            </a:pPr>
            <a:r>
              <a:t>Networks enable communication between devices</a:t>
            </a:r>
          </a:p>
          <a:p>
            <a:pPr>
              <a:defRPr sz="2000">
                <a:solidFill>
                  <a:srgbClr val="444444"/>
                </a:solidFill>
              </a:defRPr>
            </a:pPr>
            <a:r>
              <a:t>Examples include LAN, WAN, and Wi-Fi</a:t>
            </a:r>
          </a:p>
          <a:p>
            <a:pPr>
              <a:defRPr sz="2000">
                <a:solidFill>
                  <a:srgbClr val="444444"/>
                </a:solidFill>
              </a:defRPr>
            </a:pPr>
            <a:r>
              <a:t>Networks use protocols for data transfer</a:t>
            </a:r>
          </a:p>
          <a:p>
            <a:pPr>
              <a:defRPr sz="2000">
                <a:solidFill>
                  <a:srgbClr val="444444"/>
                </a:solidFill>
              </a:defRPr>
            </a:pPr>
            <a:r>
              <a:t>TCP/IP is a common protocol suite</a:t>
            </a:r>
          </a:p>
          <a:p>
            <a:pPr>
              <a:defRPr sz="2000">
                <a:solidFill>
                  <a:srgbClr val="444444"/>
                </a:solidFill>
              </a:defRPr>
            </a:pPr>
            <a:r>
              <a:t>Networks can be wired or wireless</a:t>
            </a:r>
          </a:p>
          <a:p>
            <a:pPr>
              <a:defRPr sz="2000">
                <a:solidFill>
                  <a:srgbClr val="444444"/>
                </a:solidFill>
              </a:defRPr>
            </a:pPr>
            <a:r>
              <a:t>Devices include computers, phones, and servers</a:t>
            </a:r>
          </a:p>
          <a:p>
            <a:pPr>
              <a:defRPr sz="2000">
                <a:solidFill>
                  <a:srgbClr val="444444"/>
                </a:solidFill>
              </a:defRPr>
            </a:pPr>
            <a:r>
              <a:t>Network topology defines device connections</a:t>
            </a:r>
          </a:p>
          <a:p>
            <a:pPr>
              <a:defRPr sz="2000">
                <a:solidFill>
                  <a:srgbClr val="444444"/>
                </a:solidFill>
              </a:defRPr>
            </a:pPr>
            <a:r>
              <a:t>Network architecture is hierarchical or flat</a:t>
            </a:r>
          </a:p>
          <a:p>
            <a:pPr>
              <a:defRPr sz="2000">
                <a:solidFill>
                  <a:srgbClr val="444444"/>
                </a:solidFill>
              </a:defRPr>
            </a:pPr>
            <a:r>
              <a:t>Networks provide access to shared resources</a:t>
            </a:r>
          </a:p>
        </p:txBody>
      </p:sp>
      <p:pic>
        <p:nvPicPr>
          <p:cNvPr id="4" name="Picture 3" descr="ab42c132ff8e4160ac1d816141e78c71_create_a_3-slide_ppt_on_computer_network.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Create a 3-slide PPT on Computer Networks. - Part 2</a:t>
            </a:r>
          </a:p>
        </p:txBody>
      </p:sp>
      <p:sp>
        <p:nvSpPr>
          <p:cNvPr id="3" name="Content Placeholder 2"/>
          <p:cNvSpPr>
            <a:spLocks noGrp="1"/>
          </p:cNvSpPr>
          <p:nvPr>
            <p:ph idx="1"/>
          </p:nvPr>
        </p:nvSpPr>
        <p:spPr/>
        <p:txBody>
          <a:bodyPr/>
          <a:lstStyle/>
          <a:p>
            <a:pPr>
              <a:defRPr sz="2000">
                <a:solidFill>
                  <a:srgbClr val="444444"/>
                </a:solidFill>
              </a:defRPr>
            </a:pPr>
            <a:r>
              <a:t>(AI could not generate this slide)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Create a 3-slide PPT on Computer Networks. - Part 3</a:t>
            </a:r>
          </a:p>
        </p:txBody>
      </p:sp>
      <p:sp>
        <p:nvSpPr>
          <p:cNvPr id="3" name="Content Placeholder 2"/>
          <p:cNvSpPr>
            <a:spLocks noGrp="1"/>
          </p:cNvSpPr>
          <p:nvPr>
            <p:ph idx="1"/>
          </p:nvPr>
        </p:nvSpPr>
        <p:spPr/>
        <p:txBody>
          <a:bodyPr/>
          <a:lstStyle/>
          <a:p>
            <a:pPr>
              <a:defRPr sz="2000">
                <a:solidFill>
                  <a:srgbClr val="444444"/>
                </a:solidFill>
              </a:defRPr>
            </a:pPr>
            <a:r>
              <a:t>(AI could not generate this slide)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