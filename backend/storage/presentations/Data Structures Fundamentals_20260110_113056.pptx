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Data Structures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Data Structures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Content to be added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Content to be added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Content to be added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