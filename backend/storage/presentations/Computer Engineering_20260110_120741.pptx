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Introduction to Operating Systems, Process Management, Memory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introduction to operating systems, we will explore the fundamental concepts and principles of operating systems. We will discuss the role of the operating system in managing computer hardware and software resources. The key features and functions of operating systems will be covered in detail to provide a comprehensive understanding of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part, we will introduce the basic concepts of operating systems, including their role in managing hardware resources and providing a platform for running applications. We will discuss the key functions of an operating system, such as process management and memory management. The main goal is to understand how operating systems work and their importance in computer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basics of operating systems, including their role, functions, and key concepts. Operating systems act as a bridge between users and computer hardware, managing resources and providing a platform for running applications. We will explore the fundamentals of operating systems, including process management, memory management, and file systems.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Operating Systems, Process Management, Memory Management</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Acts as an intermediary between user and computer hardware components</a:t>
            </a:r>
          </a:p>
          <a:p>
            <a:pPr>
              <a:defRPr sz="2000">
                <a:solidFill>
                  <a:srgbClr val="444444"/>
                </a:solidFill>
              </a:defRPr>
            </a:pPr>
            <a:r>
              <a:t>Provides a platform for running applications and services smoothly</a:t>
            </a:r>
          </a:p>
          <a:p>
            <a:pPr>
              <a:defRPr sz="2000">
                <a:solidFill>
                  <a:srgbClr val="444444"/>
                </a:solidFill>
              </a:defRPr>
            </a:pPr>
            <a:r>
              <a:t>Controls input output and storage devices connected to the system</a:t>
            </a:r>
          </a:p>
          <a:p>
            <a:pPr>
              <a:defRPr sz="2000">
                <a:solidFill>
                  <a:srgbClr val="444444"/>
                </a:solidFill>
              </a:defRPr>
            </a:pPr>
            <a:r>
              <a:t>Manages memory and storage allocation for optimal performance always</a:t>
            </a:r>
          </a:p>
          <a:p>
            <a:pPr>
              <a:defRPr sz="2000">
                <a:solidFill>
                  <a:srgbClr val="444444"/>
                </a:solidFill>
              </a:defRPr>
            </a:pPr>
            <a:r>
              <a:t>Ensures security and authentication mechanisms are in place always</a:t>
            </a:r>
          </a:p>
          <a:p>
            <a:pPr>
              <a:defRPr sz="2000">
                <a:solidFill>
                  <a:srgbClr val="444444"/>
                </a:solidFill>
              </a:defRPr>
            </a:pPr>
            <a:r>
              <a:t>Supports multitasking and multithreading capabilities for efficiency</a:t>
            </a:r>
          </a:p>
          <a:p>
            <a:pPr>
              <a:defRPr sz="2000">
                <a:solidFill>
                  <a:srgbClr val="444444"/>
                </a:solidFill>
              </a:defRPr>
            </a:pPr>
            <a:r>
              <a:t>Provides a user interface for interacting with the computer system</a:t>
            </a:r>
          </a:p>
          <a:p>
            <a:pPr>
              <a:defRPr sz="2000">
                <a:solidFill>
                  <a:srgbClr val="444444"/>
                </a:solidFill>
              </a:defRPr>
            </a:pPr>
            <a:r>
              <a:t>Handles interrupts and exceptions generated by hardware components</a:t>
            </a:r>
          </a:p>
          <a:p>
            <a:pPr>
              <a:defRPr sz="2000">
                <a:solidFill>
                  <a:srgbClr val="444444"/>
                </a:solidFill>
              </a:defRPr>
            </a:pPr>
            <a:r>
              <a:t>Optimizes system performance and responsiveness always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2: Introduction to Operating Systems Fundamentals</a:t>
            </a:r>
          </a:p>
        </p:txBody>
      </p:sp>
      <p:sp>
        <p:nvSpPr>
          <p:cNvPr id="3" name="Content Placeholder 2"/>
          <p:cNvSpPr>
            <a:spLocks noGrp="1"/>
          </p:cNvSpPr>
          <p:nvPr>
            <p:ph idx="1"/>
          </p:nvPr>
        </p:nvSpPr>
        <p:spPr/>
        <p:txBody>
          <a:bodyPr/>
          <a:lstStyle/>
          <a:p>
            <a:pPr>
              <a:defRPr sz="2000">
                <a:solidFill>
                  <a:srgbClr val="444444"/>
                </a:solidFill>
              </a:defRPr>
            </a:pPr>
            <a:r>
              <a:t>Defines interface between computer hardware and user applications</a:t>
            </a:r>
          </a:p>
          <a:p>
            <a:pPr>
              <a:defRPr sz="2000">
                <a:solidFill>
                  <a:srgbClr val="444444"/>
                </a:solidFill>
              </a:defRPr>
            </a:pPr>
            <a:r>
              <a:t>Manages computer hardware resources efficiently and effectively always</a:t>
            </a:r>
          </a:p>
          <a:p>
            <a:pPr>
              <a:defRPr sz="2000">
                <a:solidFill>
                  <a:srgbClr val="444444"/>
                </a:solidFill>
              </a:defRPr>
            </a:pPr>
            <a:r>
              <a:t>Provides platform for running application software programs smoothly</a:t>
            </a:r>
          </a:p>
          <a:p>
            <a:pPr>
              <a:defRPr sz="2000">
                <a:solidFill>
                  <a:srgbClr val="444444"/>
                </a:solidFill>
              </a:defRPr>
            </a:pPr>
            <a:r>
              <a:t>Controls input output and storage devices connected to system</a:t>
            </a:r>
          </a:p>
          <a:p>
            <a:pPr>
              <a:defRPr sz="2000">
                <a:solidFill>
                  <a:srgbClr val="444444"/>
                </a:solidFill>
              </a:defRPr>
            </a:pPr>
            <a:r>
              <a:t>Handles multitasking and multithreading operations seamlessly always</a:t>
            </a:r>
          </a:p>
          <a:p>
            <a:pPr>
              <a:defRPr sz="2000">
                <a:solidFill>
                  <a:srgbClr val="444444"/>
                </a:solidFill>
              </a:defRPr>
            </a:pPr>
            <a:r>
              <a:t>Ensures security and authentication mechanisms are in place always</a:t>
            </a:r>
          </a:p>
          <a:p>
            <a:pPr>
              <a:defRPr sz="2000">
                <a:solidFill>
                  <a:srgbClr val="444444"/>
                </a:solidFill>
              </a:defRPr>
            </a:pPr>
            <a:r>
              <a:t>Supports networking and communication protocols for data exchange</a:t>
            </a:r>
          </a:p>
          <a:p>
            <a:pPr>
              <a:defRPr sz="2000">
                <a:solidFill>
                  <a:srgbClr val="444444"/>
                </a:solidFill>
              </a:defRPr>
            </a:pPr>
            <a:r>
              <a:t>Optimizes system performance and responsiveness always required</a:t>
            </a:r>
          </a:p>
          <a:p>
            <a:pPr>
              <a:defRPr sz="2000">
                <a:solidFill>
                  <a:srgbClr val="444444"/>
                </a:solidFill>
              </a:defRPr>
            </a:pPr>
            <a:r>
              <a:t>Provides utility programs for maintenance and troubleshooting purposes</a:t>
            </a:r>
          </a:p>
        </p:txBody>
      </p:sp>
      <p:pic>
        <p:nvPicPr>
          <p:cNvPr id="4" name="Picture 3" descr="848ca8a8ee934f1bb06fe7949affb08c.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Acts as intermediary between user and computer hardware components</a:t>
            </a:r>
          </a:p>
          <a:p>
            <a:pPr>
              <a:defRPr sz="2000">
                <a:solidFill>
                  <a:srgbClr val="444444"/>
                </a:solidFill>
              </a:defRPr>
            </a:pPr>
            <a:r>
              <a:t>Provides platform for running applications and services smoothly</a:t>
            </a:r>
          </a:p>
          <a:p>
            <a:pPr>
              <a:defRPr sz="2000">
                <a:solidFill>
                  <a:srgbClr val="444444"/>
                </a:solidFill>
              </a:defRPr>
            </a:pPr>
            <a:r>
              <a:t>Handles memory management and allocation tasks effectively</a:t>
            </a:r>
          </a:p>
          <a:p>
            <a:pPr>
              <a:defRPr sz="2000">
                <a:solidFill>
                  <a:srgbClr val="444444"/>
                </a:solidFill>
              </a:defRPr>
            </a:pPr>
            <a:r>
              <a:t>Enables process management and scheduling for multitasking</a:t>
            </a:r>
          </a:p>
          <a:p>
            <a:pPr>
              <a:defRPr sz="2000">
                <a:solidFill>
                  <a:srgbClr val="444444"/>
                </a:solidFill>
              </a:defRPr>
            </a:pPr>
            <a:r>
              <a:t>Supports file system management and data storage operations</a:t>
            </a:r>
          </a:p>
          <a:p>
            <a:pPr>
              <a:defRPr sz="2000">
                <a:solidFill>
                  <a:srgbClr val="444444"/>
                </a:solidFill>
              </a:defRPr>
            </a:pPr>
            <a:r>
              <a:t>Provides input/output device management and control mechanisms</a:t>
            </a:r>
          </a:p>
          <a:p>
            <a:pPr>
              <a:defRPr sz="2000">
                <a:solidFill>
                  <a:srgbClr val="444444"/>
                </a:solidFill>
              </a:defRPr>
            </a:pPr>
            <a:r>
              <a:t>Ensures security and authentication mechanisms for users</a:t>
            </a:r>
          </a:p>
          <a:p>
            <a:pPr>
              <a:defRPr sz="2000">
                <a:solidFill>
                  <a:srgbClr val="444444"/>
                </a:solidFill>
              </a:defRPr>
            </a:pPr>
            <a:r>
              <a:t>Offers networking and communication protocols for connectivity</a:t>
            </a:r>
          </a:p>
        </p:txBody>
      </p:sp>
      <p:pic>
        <p:nvPicPr>
          <p:cNvPr id="4" name="Picture 3" descr="848ca8a8ee934f1bb06fe7949affb08c.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