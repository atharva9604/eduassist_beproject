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Indexing and Hashing, Introduction to Indexing and Hashing, Need for Indexing in Databases, Types of Indexing Techniques, Hashing Methods in DBMS, Applications and Advantages.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techniques enhance database performance. Provide examples of indexing in relational databases and hashing in web search engines. Ask students to consider the trade-offs between indexing and hashing, and how they can be used together to optimize database management systems. Key takeaways include understanding the role of data structures in indexing and the importance of hash functions in hashing.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techniques enhance database performance. Provide examples of B-trees and hash functions, and discuss their applications in query optimization. Ask students to consider scenarios where indexing or hashing would be more suitable, and emphasize the importance of understanding these concepts for efficient database management. Key takeaways include the ability to distinguish between indexing and hashing, and to recognize their roles in supporting various database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that these are fundamental techniques used in database management systems to optimize data retrieval. Provide examples of how indexing is used in relational databases to support range queries and sorting, while hashing is used in NoSQL databases for fast insert and delete operations. Ask students to consider the trade-offs between indexing and hashing, such as the extra space required for indexing versus the potential for hash collisions. Key takeaways include understanding the basic concepts of indexing and hashing, their applications, and their impact on database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they enhance database performance. Provide examples of B-tree indexing and hash tables. Discuss how indexing supports query operations and hashing supports data integrity. Ask students to consider scenarios where indexing and hashing are used together, and how they can be optimized for better database performance. Key takeaways include understanding the basics of indexing and hashing, their applications, and importance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techniques enhance database performance. Provide examples of B-trees and hash tables, and discuss their applications. Emphasize the importance of collision resolution in hashing and the benefits of indexing for range queries. Ask students to consider scenarios where indexing and hashing are particularly useful, such as in data analysis or data mining tasks. Key takeaways include understanding the trade-offs between indexing and hashing, and recognizing when to apply each technique for optimal database performance.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Indexing and Hashing, Introduction to Indexing and Hashing, Need for Indexing in Databases, Types of Indexing Techniques, Hashing Methods in DBMS, Applications and Advantages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efficient data retrieval and storage</a:t>
            </a:r>
          </a:p>
          <a:p>
            <a:pPr>
              <a:defRPr sz="2000">
                <a:solidFill>
                  <a:srgbClr val="444444"/>
                </a:solidFill>
              </a:defRPr>
            </a:pPr>
            <a:r>
              <a:t>Indexing uses data structures like B-trees and arrays</a:t>
            </a:r>
          </a:p>
          <a:p>
            <a:pPr>
              <a:defRPr sz="2000">
                <a:solidFill>
                  <a:srgbClr val="444444"/>
                </a:solidFill>
              </a:defRPr>
            </a:pPr>
            <a:r>
              <a:t>Hashing uses functions to map keys to values</a:t>
            </a:r>
          </a:p>
          <a:p>
            <a:pPr>
              <a:defRPr sz="2000">
                <a:solidFill>
                  <a:srgbClr val="444444"/>
                </a:solidFill>
              </a:defRPr>
            </a:pPr>
            <a:r>
              <a:t>Database indexing supports fast data retrieval</a:t>
            </a:r>
          </a:p>
          <a:p>
            <a:pPr>
              <a:defRPr sz="2000">
                <a:solidFill>
                  <a:srgbClr val="444444"/>
                </a:solidFill>
              </a:defRPr>
            </a:pPr>
            <a:r>
              <a:t>Hashing supports fast data insertion and deletion</a:t>
            </a:r>
          </a:p>
          <a:p>
            <a:pPr>
              <a:defRPr sz="2000">
                <a:solidFill>
                  <a:srgbClr val="444444"/>
                </a:solidFill>
              </a:defRPr>
            </a:pPr>
            <a:r>
              <a:t>Indexing is used in relational databases and file systems</a:t>
            </a:r>
          </a:p>
          <a:p>
            <a:pPr>
              <a:defRPr sz="2000">
                <a:solidFill>
                  <a:srgbClr val="444444"/>
                </a:solidFill>
              </a:defRPr>
            </a:pPr>
            <a:r>
              <a:t>Hashing is used in databases and web search engines</a:t>
            </a:r>
          </a:p>
          <a:p>
            <a:pPr>
              <a:defRPr sz="2000">
                <a:solidFill>
                  <a:srgbClr val="444444"/>
                </a:solidFill>
              </a:defRPr>
            </a:pPr>
            <a:r>
              <a:t>Effective indexing and hashing reduce query times</a:t>
            </a:r>
          </a:p>
          <a:p>
            <a:pPr>
              <a:defRPr sz="2000">
                <a:solidFill>
                  <a:srgbClr val="444444"/>
                </a:solidFill>
              </a:defRPr>
            </a:pPr>
            <a:r>
              <a:t>Both techniques optimize database management systems</a:t>
            </a:r>
          </a:p>
        </p:txBody>
      </p:sp>
      <p:pic>
        <p:nvPicPr>
          <p:cNvPr id="4" name="Picture 3" descr="136d3b3de0e54270acdb4535dc147a99_indexing_and_hashing_introduction_to_ind.jpg"/>
          <p:cNvPicPr>
            <a:picLocks noChangeAspect="1"/>
          </p:cNvPicPr>
          <p:nvPr/>
        </p:nvPicPr>
        <p:blipFill>
          <a:blip r:embed="rId2"/>
          <a:stretch>
            <a:fillRect/>
          </a:stretch>
        </p:blipFill>
        <p:spPr>
          <a:xfrm>
            <a:off x="7315200" y="1828800"/>
            <a:ext cx="4114800" cy="274701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like B-trees</a:t>
            </a:r>
          </a:p>
          <a:p>
            <a:pPr>
              <a:defRPr sz="2000">
                <a:solidFill>
                  <a:srgbClr val="444444"/>
                </a:solidFill>
              </a:defRPr>
            </a:pPr>
            <a:r>
              <a:t>Hashing uses hash functions for data mapping</a:t>
            </a:r>
          </a:p>
          <a:p>
            <a:pPr>
              <a:defRPr sz="2000">
                <a:solidFill>
                  <a:srgbClr val="444444"/>
                </a:solidFill>
              </a:defRPr>
            </a:pPr>
            <a:r>
              <a:t>Indexing supports range queries and sorting</a:t>
            </a:r>
          </a:p>
          <a:p>
            <a:pPr>
              <a:defRPr sz="2000">
                <a:solidFill>
                  <a:srgbClr val="444444"/>
                </a:solidFill>
              </a:defRPr>
            </a:pPr>
            <a:r>
              <a:t>Hashing supports fast insertion and deletion</a:t>
            </a:r>
          </a:p>
          <a:p>
            <a:pPr>
              <a:defRPr sz="2000">
                <a:solidFill>
                  <a:srgbClr val="444444"/>
                </a:solidFill>
              </a:defRPr>
            </a:pPr>
            <a:r>
              <a:t>Database indexing uses primary and secondary keys</a:t>
            </a:r>
          </a:p>
          <a:p>
            <a:pPr>
              <a:defRPr sz="2000">
                <a:solidFill>
                  <a:srgbClr val="444444"/>
                </a:solidFill>
              </a:defRPr>
            </a:pPr>
            <a:r>
              <a:t>Hashing is used in database query optimization</a:t>
            </a:r>
          </a:p>
          <a:p>
            <a:pPr>
              <a:defRPr sz="2000">
                <a:solidFill>
                  <a:srgbClr val="444444"/>
                </a:solidFill>
              </a:defRPr>
            </a:pPr>
            <a:r>
              <a:t>Indexing and hashing are database performance tools</a:t>
            </a:r>
          </a:p>
        </p:txBody>
      </p:sp>
      <p:pic>
        <p:nvPicPr>
          <p:cNvPr id="4" name="Picture 3" descr="077bf7c1625644a18806e1338b092b94_indexing_and_hashing_introduction_to_ind.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like B-trees</a:t>
            </a:r>
          </a:p>
          <a:p>
            <a:pPr>
              <a:defRPr sz="2000">
                <a:solidFill>
                  <a:srgbClr val="444444"/>
                </a:solidFill>
              </a:defRPr>
            </a:pPr>
            <a:r>
              <a:t>Hashing uses functions like modulo operation</a:t>
            </a:r>
          </a:p>
          <a:p>
            <a:pPr>
              <a:defRPr sz="2000">
                <a:solidFill>
                  <a:srgbClr val="444444"/>
                </a:solidFill>
              </a:defRPr>
            </a:pPr>
            <a:r>
              <a:t>Indexing supports range queries and sorting</a:t>
            </a:r>
          </a:p>
          <a:p>
            <a:pPr>
              <a:defRPr sz="2000">
                <a:solidFill>
                  <a:srgbClr val="444444"/>
                </a:solidFill>
              </a:defRPr>
            </a:pPr>
            <a:r>
              <a:t>Hashing supports fast insert and delete operations</a:t>
            </a:r>
          </a:p>
          <a:p>
            <a:pPr>
              <a:defRPr sz="2000">
                <a:solidFill>
                  <a:srgbClr val="444444"/>
                </a:solidFill>
              </a:defRPr>
            </a:pPr>
            <a:r>
              <a:t>Indexing is used in relational databases</a:t>
            </a:r>
          </a:p>
          <a:p>
            <a:pPr>
              <a:defRPr sz="2000">
                <a:solidFill>
                  <a:srgbClr val="444444"/>
                </a:solidFill>
              </a:defRPr>
            </a:pPr>
            <a:r>
              <a:t>Hashing is used in NoSQL databases like key-value stores</a:t>
            </a:r>
          </a:p>
          <a:p>
            <a:pPr>
              <a:defRPr sz="2000">
                <a:solidFill>
                  <a:srgbClr val="444444"/>
                </a:solidFill>
              </a:defRPr>
            </a:pPr>
            <a:r>
              <a:t>Indexing and hashing are optimization techniques</a:t>
            </a:r>
          </a:p>
          <a:p>
            <a:pPr>
              <a:defRPr sz="2000">
                <a:solidFill>
                  <a:srgbClr val="444444"/>
                </a:solidFill>
              </a:defRPr>
            </a:pPr>
            <a:r>
              <a:t>Both improve data retrieval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for efficient access</a:t>
            </a:r>
          </a:p>
          <a:p>
            <a:pPr>
              <a:defRPr sz="2000">
                <a:solidFill>
                  <a:srgbClr val="444444"/>
                </a:solidFill>
              </a:defRPr>
            </a:pPr>
            <a:r>
              <a:t>Hashing uses mathematical functions for data mapping</a:t>
            </a:r>
          </a:p>
          <a:p>
            <a:pPr>
              <a:defRPr sz="2000">
                <a:solidFill>
                  <a:srgbClr val="444444"/>
                </a:solidFill>
              </a:defRPr>
            </a:pPr>
            <a:r>
              <a:t>B-tree indexing is a common database technique</a:t>
            </a:r>
          </a:p>
          <a:p>
            <a:pPr>
              <a:defRPr sz="2000">
                <a:solidFill>
                  <a:srgbClr val="444444"/>
                </a:solidFill>
              </a:defRPr>
            </a:pPr>
            <a:r>
              <a:t>Hash tables are used in caching and query optimization</a:t>
            </a:r>
          </a:p>
          <a:p>
            <a:pPr>
              <a:defRPr sz="2000">
                <a:solidFill>
                  <a:srgbClr val="444444"/>
                </a:solidFill>
              </a:defRPr>
            </a:pPr>
            <a:r>
              <a:t>Indexing supports query operations like select and join</a:t>
            </a:r>
          </a:p>
          <a:p>
            <a:pPr>
              <a:defRPr sz="2000">
                <a:solidFill>
                  <a:srgbClr val="444444"/>
                </a:solidFill>
              </a:defRPr>
            </a:pPr>
            <a:r>
              <a:t>Hashing supports data integrity and security measures</a:t>
            </a:r>
          </a:p>
          <a:p>
            <a:pPr>
              <a:defRPr sz="2000">
                <a:solidFill>
                  <a:srgbClr val="444444"/>
                </a:solidFill>
              </a:defRPr>
            </a:pPr>
            <a:r>
              <a:t>Database systems use indexing and hashing together</a:t>
            </a:r>
          </a:p>
          <a:p>
            <a:pPr>
              <a:defRPr sz="2000">
                <a:solidFill>
                  <a:srgbClr val="444444"/>
                </a:solidFill>
              </a:defRPr>
            </a:pPr>
            <a:r>
              <a:t>Optimizing indexing and hashing is crucial for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Fundamentals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like B-trees</a:t>
            </a:r>
          </a:p>
          <a:p>
            <a:pPr>
              <a:defRPr sz="2000">
                <a:solidFill>
                  <a:srgbClr val="444444"/>
                </a:solidFill>
              </a:defRPr>
            </a:pPr>
            <a:r>
              <a:t>Hashing uses functions to map keys to values</a:t>
            </a:r>
          </a:p>
          <a:p>
            <a:pPr>
              <a:defRPr sz="2000">
                <a:solidFill>
                  <a:srgbClr val="444444"/>
                </a:solidFill>
              </a:defRPr>
            </a:pPr>
            <a:r>
              <a:t>B-trees optimize search, insert, and delete operations</a:t>
            </a:r>
          </a:p>
          <a:p>
            <a:pPr>
              <a:defRPr sz="2000">
                <a:solidFill>
                  <a:srgbClr val="444444"/>
                </a:solidFill>
              </a:defRPr>
            </a:pPr>
            <a:r>
              <a:t>Hash tables store key-value pairs efficiently</a:t>
            </a:r>
          </a:p>
          <a:p>
            <a:pPr>
              <a:defRPr sz="2000">
                <a:solidFill>
                  <a:srgbClr val="444444"/>
                </a:solidFill>
              </a:defRPr>
            </a:pPr>
            <a:r>
              <a:t>Collision resolution is crucial in hashing</a:t>
            </a:r>
          </a:p>
          <a:p>
            <a:pPr>
              <a:defRPr sz="2000">
                <a:solidFill>
                  <a:srgbClr val="444444"/>
                </a:solidFill>
              </a:defRPr>
            </a:pPr>
            <a:r>
              <a:t>Indexing supports range queries and sorting</a:t>
            </a:r>
          </a:p>
          <a:p>
            <a:pPr>
              <a:defRPr sz="2000">
                <a:solidFill>
                  <a:srgbClr val="444444"/>
                </a:solidFill>
              </a:defRPr>
            </a:pPr>
            <a:r>
              <a:t>Hashing is useful for duplicate detection</a:t>
            </a:r>
          </a:p>
          <a:p>
            <a:pPr>
              <a:defRPr sz="2000">
                <a:solidFill>
                  <a:srgbClr val="444444"/>
                </a:solidFill>
              </a:defRPr>
            </a:pPr>
            <a:r>
              <a:t>Indexing and hashing are database optimization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