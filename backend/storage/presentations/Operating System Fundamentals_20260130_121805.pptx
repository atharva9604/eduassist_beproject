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Introduction to the presentation on Operating System Fundamentals.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Present Introduction to Operating Systems in the context of Operating System Fundamentals.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Present Process Management Concepts in the context of Operating System Fundamentals.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Present Memory Management Techniques in the context of Operating System Fundamentals.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97D"/>
                </a:solidFill>
              </a:rPr>
              <a:t>Operating System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72C4"/>
                </a:solidFill>
              </a:rPr>
              <a:t>Computer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Introduction to Operating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Operating systems manage computer hardware and software resources efficiently and effectively always.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OS acts as an intermediary between computer hardware and user-level applications seamlessly.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Operating systems provide a platform for running applications and services securely.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They control and coordinate hardware components like CPU, memory, and storage devices.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OS manages memory allocation, deallocation, and fragmentation to optimize performance always.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It provides a file system for storing, retrieving, and managing files and directories.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Operating systems handle input/output operations between devices and applications smoothly.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They ensure security, integrity, and authentication of data and users through access control.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OS enables multitasking, multithreading, and multiprocessing to increase system productivity.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Process Management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A process is a program in execution with its own memory space.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Process scheduling determines which process runs at a given time.</a:t>
            </a:r>
          </a:p>
        </p:txBody>
      </p:sp>
      <p:pic>
        <p:nvPicPr>
          <p:cNvPr id="4" name="Picture 3" descr="af1fff22e8924d83888f6fd27cbd3303_operating_system_fundamentals_computer_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Memory Management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Paging technique divides memory into fixed-size blocks for efficient allocation and deallocation purposes.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Segmentation method organizes memory into variable-size blocks for better memory utilization rates achieved.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Virtual memory combines physical and secondary storage for increased memory capacity and flexibility offered.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Memory mapping enables programs to access shared libraries and memory regions efficiently and securely.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Swapping technique involves exchanging pages of memory between main and secondary storage devices quickly.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Cache memory provides fast access to frequently used data and instructions for improved performance.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Memory protection mechanisms prevent unauthorized access to memory regions and data corruption occurrences.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Dynamic memory allocation allows programs to request and release memory as needed during execution time.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Memory compaction reduces memory fragmentation by rearranging free memory blocks into contiguous areas.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