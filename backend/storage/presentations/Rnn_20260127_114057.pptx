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Rnn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Architecture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Summary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Deep Learning.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Rnn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Introduction to Rnn in the context of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Introduction to Rnn relevant to Deep Learning.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Introduction to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Introduction to Rnn in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Introduction to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Introduction to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Introduction to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Introduction to Rnn in Deep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Architecture in the context of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Architecture relevant to Deep Learning.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Architecture in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Architecture in Deep Learning.</a:t>
            </a:r>
          </a:p>
        </p:txBody>
      </p:sp>
      <p:pic>
        <p:nvPicPr>
          <p:cNvPr id="4" name="Picture 3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Applications in the context of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Applications relevant to Deep Learning.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Applications in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Applications in Deep Learning.</a:t>
            </a:r>
          </a:p>
        </p:txBody>
      </p:sp>
      <p:pic>
        <p:nvPicPr>
          <p:cNvPr id="4" name="Picture 3" descr="image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78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Summary in the context of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Summary relevant to Deep Learning.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Summary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Summary in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Summary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Summary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Summary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Summary in Deep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