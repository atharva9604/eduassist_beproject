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Introduce the topic: Computer Networks. Explain its importance and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1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2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3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Summarize the key points. Emphasize important takeaways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to be added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