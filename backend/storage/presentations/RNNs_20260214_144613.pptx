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2"/>
    <p:sldId id="261" r:id="rId13"/>
    <p:sldId id="262" r:id="rId14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hankYou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minimize loss, E = (1/2)(y - y^)^2</a:t>
            </a:r>
          </a:p>
          <a:p>
            <a:pPr/>
            <a:r>
              <a:t>Training: Stochastic Gradient Descent, SGD</a:t>
            </a:r>
          </a:p>
          <a:p>
            <a:pPr/>
            <a:r>
              <a:t>Vanishing gradients: exp(-n) stability issue</a:t>
            </a:r>
          </a:p>
          <a:p>
            <a:pPr/>
            <a:r>
              <a:t>LSTM: Long Short-Term Memory, c_t = f(i_t, c_t-1)</a:t>
            </a:r>
          </a:p>
          <a:p>
            <a:pPr/>
            <a:r>
              <a:t>Time complexity: O(n log n) for backprop</a:t>
            </a:r>
          </a:p>
        </p:txBody>
      </p:sp>
      <p:pic>
        <p:nvPicPr>
          <p:cNvPr id="4" name="Picture 3" descr="ec4f8beeba9d444197e3443bad17e5df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 patterns</a:t>
            </a:r>
          </a:p>
          <a:p>
            <a:pPr/>
            <a:r>
              <a:t>Architecture: Feedback connections enabled</a:t>
            </a:r>
          </a:p>
          <a:p>
            <a:pPr/>
            <a:r>
              <a:t>Activation: Sigmoid, tanh, ReLU used</a:t>
            </a:r>
          </a:p>
          <a:p>
            <a:pPr/>
            <a:r>
              <a:t>Backprop: Truncated BPTT applied</a:t>
            </a:r>
          </a:p>
          <a:p>
            <a:pPr/>
            <a:r>
              <a:t>Equation: h_t = f(h_(t-1), x_t)</a:t>
            </a:r>
          </a:p>
          <a:p>
            <a:pPr/>
            <a:r>
              <a:t>Output: y_t = g(h_t, x_t)</a:t>
            </a:r>
          </a:p>
          <a:p>
            <a:pPr/>
            <a:r>
              <a:t>Training: Optimizing loss function L</a:t>
            </a:r>
          </a:p>
          <a:p>
            <a:pPr/>
            <a:r>
              <a:t>Complexity: O(n^2) time, O(n) space</a:t>
            </a:r>
          </a:p>
          <a:p>
            <a:pPr/>
            <a:r>
              <a:t>Variants: LSTMs, GRUs, BRNNs exist</a:t>
            </a:r>
          </a:p>
        </p:txBody>
      </p:sp>
      <p:pic>
        <p:nvPicPr>
          <p:cNvPr id="4" name="Picture 3" descr="065dc66dcf3e4da9b6cb6cc2b909932c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Formula: h_t = tanh(Wx_t + Uh_{t-1})</a:t>
            </a:r>
          </a:p>
          <a:p>
            <a:pPr/>
            <a:r>
              <a:t>Activation: sigmoid, tanh, ReLU</a:t>
            </a:r>
          </a:p>
          <a:p>
            <a:pPr/>
            <a:r>
              <a:t>Backprop: Train using BPTT algorithm</a:t>
            </a:r>
          </a:p>
          <a:p>
            <a:pPr/>
            <a:r>
              <a:t>Equation: E = -sum(y_i * log(y_i))</a:t>
            </a:r>
          </a:p>
          <a:p>
            <a:pPr/>
            <a:r>
              <a:t>Complexity: O(n * t * h)</a:t>
            </a:r>
          </a:p>
          <a:p>
            <a:pPr/>
            <a:r>
              <a:t>Optimization: Use SGD, Adam, RMSprop</a:t>
            </a:r>
          </a:p>
          <a:p>
            <a:pPr/>
            <a:r>
              <a:t>Stability: Ensure gradient norm &lt;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Speech recognition: y = sigmoid(x)</a:t>
            </a:r>
          </a:p>
          <a:p>
            <a:pPr/>
            <a:r>
              <a:t>Natural language processing: f(x) = softmax(x)</a:t>
            </a:r>
          </a:p>
          <a:p>
            <a:pPr/>
            <a:r>
              <a:t>Time series forecasting: y(t) = y(t-1) + ε</a:t>
            </a:r>
          </a:p>
          <a:p>
            <a:pPr/>
            <a:r>
              <a:t>Sentiment analysis: P(pos|X) = 1 / (1 + e^(-z))</a:t>
            </a:r>
          </a:p>
          <a:p>
            <a:pPr/>
            <a:r>
              <a:t>Machine translation: P(Y|X) = ∏ P(y|X, y-1)</a:t>
            </a:r>
          </a:p>
          <a:p>
            <a:pPr/>
            <a:r>
              <a:t>Text summarization: L = - ∑ (y_true * log(y_pred))</a:t>
            </a:r>
          </a:p>
          <a:p>
            <a:pPr/>
            <a:r>
              <a:t>Anomaly detection: p(x) = (1 / √(2π)) * e^(-x^2/2)</a:t>
            </a:r>
          </a:p>
          <a:p>
            <a:pPr/>
            <a:r>
              <a:t>Chatbots: R = ∑ (γ^t * r_t)</a:t>
            </a:r>
          </a:p>
          <a:p>
            <a:pPr/>
            <a:r>
              <a:t>Language modeling: P(w|context) = softmax(w)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