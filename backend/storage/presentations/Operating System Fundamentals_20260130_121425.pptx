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Architecture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user-level applications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platform for running applications and services securely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Key OS functions include process management and memory allocation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and input/output operations are critical OS tasks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networking are essential components of modern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user interface for interacting with computer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and driver support are important OS responsibilities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enable multitasking and multithreading capabilities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Error handling and debugging are critical OS functions for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involves creating, scheduling, and terminating processes efficiently within the system architecture.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process manager handles process creation, synchronization, and communication between processes and threads.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algorithms prioritize and allocate CPU time to optimize system performance and responsiveness.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enables the operating system to switch between processes quickly and efficiently, minimizing overhead.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techniques, such as semaphores and monitors, prevent data inconsistencies and deadlocks.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Inter-process communication mechanisms, like pipes and sockets, facilitate data exchange between processes.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process control block stores essential information about each process, including its state and attributes.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also involves handling process termination, including exit status and resource deallocation.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use process tables to manage and keep track of all running processes and their attributes.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Effective process management is crucial for ensuring system stability, security, and overall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divides memory into variable-size blocks for organization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unauthorized access to sensitive data and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rapid retrieval and processing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of memory between main and secondary storage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free memory and allocate blocks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deallocation techniques reclaim memory occupied by terminated or idle processes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Address translation converts virtual addresses to physical addresses for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