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Database Management Systems presentation covering multiple topics. Today we'll explore: Introduction to Database Normalization, Types of Normal Forms, Advantages of Normalization.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database normalization, explain its importance in reducing data redundancy and improving data integrity. Provide examples of data anomalies and inconsistencies that can occur without normalization. Discuss the different normal forms, such as 1NF, 2NF, and 3NF, and how they are applied in database design. Ask students to consider the trade-offs between normalization and denormalization for performance optimization. Key takeaways should include the benefits of normalization, its role in database design, and its impact on data management and query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database normalization, emphasize its importance in reducing data redundancy and improving data integrity. Explain each normal form, starting with 1NF, and provide examples of how they eliminate data inconsistencies. Discuss the trade-offs between normalization and denormalization for performance optimization. Ask students to consider scenarios where normalization is crucial, such as in e-commerce databases, and how it supports better data security and access. Key takeaways include understanding the normal forms, normalization techniques, and their applications in database design.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database normalization, explain that it's a process of organizing data to minimize redundancy and dependency. Provide examples of how normalization can improve data integrity and scalability. Discuss the different normal forms, such as 1NF, 2NF, and 3NF, and explain how they eliminate data inconsistencies and anomalies. Use a simple example, like a customer database, to illustrate the benefits of normalization. Ask students to consider how denormalization can be used for performance optimization and how it can impact data consistency. Key takeaways should include the importance of normalization in database design and its impact on data quality and query performance.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Database Management Systems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Introduction to Database Normalization, Types of Normal Forms, Advantages of Normalization</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Database Normalization - Introduction</a:t>
            </a:r>
          </a:p>
        </p:txBody>
      </p:sp>
      <p:sp>
        <p:nvSpPr>
          <p:cNvPr id="3" name="Content Placeholder 2"/>
          <p:cNvSpPr>
            <a:spLocks noGrp="1"/>
          </p:cNvSpPr>
          <p:nvPr>
            <p:ph idx="1"/>
          </p:nvPr>
        </p:nvSpPr>
        <p:spPr/>
        <p:txBody>
          <a:bodyPr/>
          <a:lstStyle/>
          <a:p>
            <a:pPr>
              <a:defRPr sz="2000">
                <a:solidFill>
                  <a:srgbClr val="444444"/>
                </a:solidFill>
              </a:defRPr>
            </a:pPr>
            <a:r>
              <a:t>Database normalization reduces data redundancy and dependency</a:t>
            </a:r>
          </a:p>
          <a:p>
            <a:pPr>
              <a:defRPr sz="2000">
                <a:solidFill>
                  <a:srgbClr val="444444"/>
                </a:solidFill>
              </a:defRPr>
            </a:pPr>
            <a:r>
              <a:t>Improves data integrity and scalability in database systems</a:t>
            </a:r>
          </a:p>
          <a:p>
            <a:pPr>
              <a:defRPr sz="2000">
                <a:solidFill>
                  <a:srgbClr val="444444"/>
                </a:solidFill>
              </a:defRPr>
            </a:pPr>
            <a:r>
              <a:t>Helps eliminate data anomalies and inconsistencies</a:t>
            </a:r>
          </a:p>
          <a:p>
            <a:pPr>
              <a:defRPr sz="2000">
                <a:solidFill>
                  <a:srgbClr val="444444"/>
                </a:solidFill>
              </a:defRPr>
            </a:pPr>
            <a:r>
              <a:t>Ensures data is stored in one place and one place only</a:t>
            </a:r>
          </a:p>
          <a:p>
            <a:pPr>
              <a:defRPr sz="2000">
                <a:solidFill>
                  <a:srgbClr val="444444"/>
                </a:solidFill>
              </a:defRPr>
            </a:pPr>
            <a:r>
              <a:t>Supports better data security and access control</a:t>
            </a:r>
          </a:p>
          <a:p>
            <a:pPr>
              <a:defRPr sz="2000">
                <a:solidFill>
                  <a:srgbClr val="444444"/>
                </a:solidFill>
              </a:defRPr>
            </a:pPr>
            <a:r>
              <a:t>Applies to relational databases and other data models</a:t>
            </a:r>
          </a:p>
          <a:p>
            <a:pPr>
              <a:defRPr sz="2000">
                <a:solidFill>
                  <a:srgbClr val="444444"/>
                </a:solidFill>
              </a:defRPr>
            </a:pPr>
            <a:r>
              <a:t>Normal forms include 1NF, 2NF, and 3NF standards</a:t>
            </a:r>
          </a:p>
          <a:p>
            <a:pPr>
              <a:defRPr sz="2000">
                <a:solidFill>
                  <a:srgbClr val="444444"/>
                </a:solidFill>
              </a:defRPr>
            </a:pPr>
            <a:r>
              <a:t>Denormalization is used for performance optimization</a:t>
            </a:r>
          </a:p>
          <a:p>
            <a:pPr>
              <a:defRPr sz="2000">
                <a:solidFill>
                  <a:srgbClr val="444444"/>
                </a:solidFill>
              </a:defRPr>
            </a:pPr>
            <a:r>
              <a:t>Normalization is a crucial step in database design</a:t>
            </a:r>
          </a:p>
          <a:p>
            <a:pPr>
              <a:defRPr sz="2000">
                <a:solidFill>
                  <a:srgbClr val="444444"/>
                </a:solidFill>
              </a:defRPr>
            </a:pPr>
            <a:r>
              <a:t>Enhances data management and query performance</a:t>
            </a:r>
          </a:p>
        </p:txBody>
      </p:sp>
      <p:pic>
        <p:nvPicPr>
          <p:cNvPr id="4" name="Picture 3" descr="f7e1ee7cf71c40c4a92e2be0f97c0a42_introduction_to_database_normalization_t.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Database Normalization - Fundamentals</a:t>
            </a:r>
          </a:p>
        </p:txBody>
      </p:sp>
      <p:sp>
        <p:nvSpPr>
          <p:cNvPr id="3" name="Content Placeholder 2"/>
          <p:cNvSpPr>
            <a:spLocks noGrp="1"/>
          </p:cNvSpPr>
          <p:nvPr>
            <p:ph idx="1"/>
          </p:nvPr>
        </p:nvSpPr>
        <p:spPr/>
        <p:txBody>
          <a:bodyPr/>
          <a:lstStyle/>
          <a:p>
            <a:pPr>
              <a:defRPr sz="2000">
                <a:solidFill>
                  <a:srgbClr val="444444"/>
                </a:solidFill>
              </a:defRPr>
            </a:pPr>
            <a:r>
              <a:t>Database normalization reduces data redundancy</a:t>
            </a:r>
          </a:p>
          <a:p>
            <a:pPr>
              <a:defRPr sz="2000">
                <a:solidFill>
                  <a:srgbClr val="444444"/>
                </a:solidFill>
              </a:defRPr>
            </a:pPr>
            <a:r>
              <a:t>Eliminates data inconsistencies and anomalies</a:t>
            </a:r>
          </a:p>
          <a:p>
            <a:pPr>
              <a:defRPr sz="2000">
                <a:solidFill>
                  <a:srgbClr val="444444"/>
                </a:solidFill>
              </a:defRPr>
            </a:pPr>
            <a:r>
              <a:t>Improves data integrity and scalability</a:t>
            </a:r>
          </a:p>
          <a:p>
            <a:pPr>
              <a:defRPr sz="2000">
                <a:solidFill>
                  <a:srgbClr val="444444"/>
                </a:solidFill>
              </a:defRPr>
            </a:pPr>
            <a:r>
              <a:t>Supports better data security and access</a:t>
            </a:r>
          </a:p>
          <a:p>
            <a:pPr>
              <a:defRPr sz="2000">
                <a:solidFill>
                  <a:srgbClr val="444444"/>
                </a:solidFill>
              </a:defRPr>
            </a:pPr>
            <a:r>
              <a:t>Normal forms include 1NF, 2NF, and 3NF</a:t>
            </a:r>
          </a:p>
          <a:p>
            <a:pPr>
              <a:defRPr sz="2000">
                <a:solidFill>
                  <a:srgbClr val="444444"/>
                </a:solidFill>
              </a:defRPr>
            </a:pPr>
            <a:r>
              <a:t>Higher normal forms include BCNF and 4NF</a:t>
            </a:r>
          </a:p>
          <a:p>
            <a:pPr>
              <a:defRPr sz="2000">
                <a:solidFill>
                  <a:srgbClr val="444444"/>
                </a:solidFill>
              </a:defRPr>
            </a:pPr>
            <a:r>
              <a:t>Denormalization for performance optimization</a:t>
            </a:r>
          </a:p>
          <a:p>
            <a:pPr>
              <a:defRPr sz="2000">
                <a:solidFill>
                  <a:srgbClr val="444444"/>
                </a:solidFill>
              </a:defRPr>
            </a:pPr>
            <a:r>
              <a:t>Normalization techniques for relational databases</a:t>
            </a:r>
          </a:p>
          <a:p>
            <a:pPr>
              <a:defRPr sz="2000">
                <a:solidFill>
                  <a:srgbClr val="444444"/>
                </a:solidFill>
              </a:defRPr>
            </a:pPr>
            <a:r>
              <a:t>Data modeling and database design principles</a:t>
            </a:r>
          </a:p>
        </p:txBody>
      </p:sp>
      <p:pic>
        <p:nvPicPr>
          <p:cNvPr id="4" name="Picture 3" descr="69cc70000ddc459495d83c01aede62a8_introduction_to_database_normalization_t.jpg"/>
          <p:cNvPicPr>
            <a:picLocks noChangeAspect="1"/>
          </p:cNvPicPr>
          <p:nvPr/>
        </p:nvPicPr>
        <p:blipFill>
          <a:blip r:embed="rId2"/>
          <a:stretch>
            <a:fillRect/>
          </a:stretch>
        </p:blipFill>
        <p:spPr>
          <a:xfrm>
            <a:off x="7315200" y="1828800"/>
            <a:ext cx="4114800" cy="23164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Database Normalization - Fundamentals</a:t>
            </a:r>
          </a:p>
        </p:txBody>
      </p:sp>
      <p:sp>
        <p:nvSpPr>
          <p:cNvPr id="3" name="Content Placeholder 2"/>
          <p:cNvSpPr>
            <a:spLocks noGrp="1"/>
          </p:cNvSpPr>
          <p:nvPr>
            <p:ph idx="1"/>
          </p:nvPr>
        </p:nvSpPr>
        <p:spPr/>
        <p:txBody>
          <a:bodyPr/>
          <a:lstStyle/>
          <a:p>
            <a:pPr>
              <a:defRPr sz="2000">
                <a:solidFill>
                  <a:srgbClr val="444444"/>
                </a:solidFill>
              </a:defRPr>
            </a:pPr>
            <a:r>
              <a:t>Database normalization reduces data redundancy</a:t>
            </a:r>
          </a:p>
          <a:p>
            <a:pPr>
              <a:defRPr sz="2000">
                <a:solidFill>
                  <a:srgbClr val="444444"/>
                </a:solidFill>
              </a:defRPr>
            </a:pPr>
            <a:r>
              <a:t>Eliminates data inconsistencies and anomalies</a:t>
            </a:r>
          </a:p>
          <a:p>
            <a:pPr>
              <a:defRPr sz="2000">
                <a:solidFill>
                  <a:srgbClr val="444444"/>
                </a:solidFill>
              </a:defRPr>
            </a:pPr>
            <a:r>
              <a:t>Improves data integrity and scalability</a:t>
            </a:r>
          </a:p>
          <a:p>
            <a:pPr>
              <a:defRPr sz="2000">
                <a:solidFill>
                  <a:srgbClr val="444444"/>
                </a:solidFill>
              </a:defRPr>
            </a:pPr>
            <a:r>
              <a:t>Supports better data organization and structure</a:t>
            </a:r>
          </a:p>
          <a:p>
            <a:pPr>
              <a:defRPr sz="2000">
                <a:solidFill>
                  <a:srgbClr val="444444"/>
                </a:solidFill>
              </a:defRPr>
            </a:pPr>
            <a:r>
              <a:t>Normal forms include 1NF, 2NF, and 3NF</a:t>
            </a:r>
          </a:p>
          <a:p>
            <a:pPr>
              <a:defRPr sz="2000">
                <a:solidFill>
                  <a:srgbClr val="444444"/>
                </a:solidFill>
              </a:defRPr>
            </a:pPr>
            <a:r>
              <a:t>Higher normal forms include BCNF and 4NF</a:t>
            </a:r>
          </a:p>
          <a:p>
            <a:pPr>
              <a:defRPr sz="2000">
                <a:solidFill>
                  <a:srgbClr val="444444"/>
                </a:solidFill>
              </a:defRPr>
            </a:pPr>
            <a:r>
              <a:t>Denormalization is used for performance optimization</a:t>
            </a:r>
          </a:p>
          <a:p>
            <a:pPr>
              <a:defRPr sz="2000">
                <a:solidFill>
                  <a:srgbClr val="444444"/>
                </a:solidFill>
              </a:defRPr>
            </a:pPr>
            <a:r>
              <a:t>Normalization rules are based on dependencies</a:t>
            </a:r>
          </a:p>
          <a:p>
            <a:pPr>
              <a:defRPr sz="2000">
                <a:solidFill>
                  <a:srgbClr val="444444"/>
                </a:solidFill>
              </a:defRPr>
            </a:pPr>
            <a:r>
              <a:t>Functional dependencies define relationships</a:t>
            </a:r>
          </a:p>
          <a:p>
            <a:pPr>
              <a:defRPr sz="2000">
                <a:solidFill>
                  <a:srgbClr val="444444"/>
                </a:solidFill>
              </a:defRPr>
            </a:pPr>
            <a:r>
              <a:t>Normalizing databases improves query performance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