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RNNs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loops: h_t = f(h_t-1, x_t)</a:t>
            </a:r>
          </a:p>
          <a:p>
            <a:pPr/>
            <a:r>
              <a:t>Activation: sigmoid, tanh, ReLU</a:t>
            </a:r>
          </a:p>
          <a:p>
            <a:pPr/>
            <a:r>
              <a:t>Backprop: train using BPTT, O(n^2)</a:t>
            </a:r>
          </a:p>
          <a:p>
            <a:pPr/>
            <a:r>
              <a:t>Vanishing gradients: sigmoid, tanh</a:t>
            </a:r>
          </a:p>
          <a:p>
            <a:pPr/>
            <a:r>
              <a:t>LSTMs: Long Short-Term Memory</a:t>
            </a:r>
          </a:p>
          <a:p>
            <a:pPr/>
            <a:r>
              <a:t>GRUs: Gated Recurrent Units</a:t>
            </a:r>
          </a:p>
          <a:p>
            <a:pPr/>
            <a:r>
              <a:t>Optimization: Adam, RMSprop, SGD</a:t>
            </a:r>
          </a:p>
        </p:txBody>
      </p:sp>
      <p:pic>
        <p:nvPicPr>
          <p:cNvPr id="4" name="Picture 3" descr="bd1febc91140444baccec33c8dee9ec8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244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RNN: Recurrent Neural Network</a:t>
            </a:r>
          </a:p>
          <a:p>
            <a:pPr/>
            <a:r>
              <a:t>Feedback: h(t) = f(h(t-1), x(t))</a:t>
            </a:r>
          </a:p>
          <a:p>
            <a:pPr/>
            <a:r>
              <a:t>Activation: sigmoid, tanh, ReLU</a:t>
            </a:r>
          </a:p>
          <a:p>
            <a:pPr/>
            <a:r>
              <a:t>Backprop: dE/dw = dE/dy * dy/dw</a:t>
            </a:r>
          </a:p>
          <a:p>
            <a:pPr/>
            <a:r>
              <a:t>BPTT: Truncated backpropagation</a:t>
            </a:r>
          </a:p>
          <a:p>
            <a:pPr/>
            <a:r>
              <a:t>Vanishing: Gradient &lt; 1, exploding &gt; 1</a:t>
            </a:r>
          </a:p>
          <a:p>
            <a:pPr/>
            <a:r>
              <a:t>LSTM: Long Short-Term Memory</a:t>
            </a:r>
          </a:p>
          <a:p>
            <a:pPr/>
            <a:r>
              <a:t>GRU: Gated Recurrent Unit</a:t>
            </a:r>
          </a:p>
        </p:txBody>
      </p:sp>
      <p:pic>
        <p:nvPicPr>
          <p:cNvPr id="4" name="Picture 3" descr="dbadc517a6534546ba24592a42bf0545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Model sequential data</a:t>
            </a:r>
          </a:p>
          <a:p>
            <a:pPr/>
            <a:r>
              <a:t>Use: Recurrence relation f(h, x)</a:t>
            </a:r>
          </a:p>
          <a:p>
            <a:pPr/>
            <a:r>
              <a:t>Formula: h_t = sigmoid(Uh_{t-1} + Wx_t)</a:t>
            </a:r>
          </a:p>
          <a:p>
            <a:pPr/>
            <a:r>
              <a:t>Backprop: Compute dE/dh, dE/dx</a:t>
            </a:r>
          </a:p>
          <a:p>
            <a:pPr/>
            <a:r>
              <a:t>Optimize: Update U, W, b weights</a:t>
            </a:r>
          </a:p>
          <a:p>
            <a:pPr/>
            <a:r>
              <a:t>Activation: Sigmoid, tanh, ReLU used</a:t>
            </a:r>
          </a:p>
          <a:p>
            <a:pPr/>
            <a:r>
              <a:t>Training: BPTT, Truncated BPTT applied</a:t>
            </a:r>
          </a:p>
          <a:p>
            <a:pPr/>
            <a:r>
              <a:t>Complexity: O(n^2) time, O(n) space</a:t>
            </a:r>
          </a:p>
          <a:p>
            <a:pPr/>
            <a:r>
              <a:t>Equation: E = -sum(y*log(y_hat))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Modeling sequential data with h(t) = sigmoid(Wx)</a:t>
            </a:r>
          </a:p>
          <a:p>
            <a:pPr/>
            <a:r>
              <a:t>Predicting time series with LSTM networks</a:t>
            </a:r>
          </a:p>
          <a:p>
            <a:pPr/>
            <a:r>
              <a:t>Speech recognition via CTC loss function</a:t>
            </a:r>
          </a:p>
          <a:p>
            <a:pPr/>
            <a:r>
              <a:t>Machine translation using attention mechanisms</a:t>
            </a:r>
          </a:p>
          <a:p>
            <a:pPr/>
            <a:r>
              <a:t>Sentiment analysis with recurrent neural nets</a:t>
            </a:r>
          </a:p>
          <a:p>
            <a:pPr/>
            <a:r>
              <a:t>Natural language processing with GRU gates</a:t>
            </a:r>
          </a:p>
          <a:p>
            <a:pPr/>
            <a:r>
              <a:t>Image captioning using RNN encoders</a:t>
            </a:r>
          </a:p>
          <a:p>
            <a:pPr/>
            <a:r>
              <a:t>Forecasting stock prices with RNN architectures</a:t>
            </a:r>
          </a:p>
          <a:p>
            <a:pPr/>
            <a:r>
              <a:t>Anomaly detection in sequences with autoencoders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