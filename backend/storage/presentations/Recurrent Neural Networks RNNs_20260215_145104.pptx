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to Recurrent Neural Networks in the context of Recurrent Neural Networks (RNNs).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RNN Architecture and Working Mechanism in the context of Recurrent Neural Networks (RNNs).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Challenges in RNNs (Vanishing Gradient Problem) in the context of Recurrent Neural Networks (RNNs).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of RNNs and LSTM Improvement in the context of Recurrent Neural Networks (RNNs).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Recurrent Neural Networks (RNNs)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Model sequential data: x(t) = f(x(t-1))</a:t>
            </a:r>
          </a:p>
          <a:p>
            <a:pPr/>
            <a:r>
              <a:t>Use backpropagation: E = (1/2) * (y - y')^2</a:t>
            </a:r>
          </a:p>
          <a:p>
            <a:pPr/>
            <a:r>
              <a:t>Train with stochastic gradient descent: w = w - alpha * dE/dw</a:t>
            </a:r>
          </a:p>
          <a:p>
            <a:pPr/>
            <a:r>
              <a:t>RNN architecture: input, hidden, output layers</a:t>
            </a:r>
          </a:p>
          <a:p>
            <a:pPr/>
            <a:r>
              <a:t>Hidden state: h(t) = tanh(Wx(t) + Uh(t-1))</a:t>
            </a:r>
          </a:p>
          <a:p>
            <a:pPr/>
            <a:r>
              <a:t>Output layer: y(t) = softmax(Vh(t))</a:t>
            </a:r>
          </a:p>
          <a:p>
            <a:pPr/>
            <a:r>
              <a:t>Error calculation: E = cross-entropy loss function</a:t>
            </a:r>
          </a:p>
          <a:p>
            <a:pPr/>
            <a:r>
              <a:t>Optimize with gradient clipping: |dE/dw| &lt;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Recurrent Neural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 patterns</a:t>
            </a:r>
          </a:p>
          <a:p>
            <a:pPr/>
            <a:r>
              <a:t>RNNs: Use feedback connections</a:t>
            </a:r>
          </a:p>
          <a:p>
            <a:pPr/>
            <a:r>
              <a:t>Activation: Sigmoid, tanh functions</a:t>
            </a:r>
          </a:p>
          <a:p>
            <a:pPr/>
            <a:r>
              <a:t>Error: Backpropagation through time</a:t>
            </a:r>
          </a:p>
          <a:p>
            <a:pPr/>
            <a:r>
              <a:t>Optimization: Stochastic gradient descent</a:t>
            </a:r>
          </a:p>
          <a:p>
            <a:pPr/>
            <a:r>
              <a:t>State: Hidden, cell, output vectors</a:t>
            </a:r>
          </a:p>
          <a:p>
            <a:pPr/>
            <a:r>
              <a:t>Equation: h_t = f(W_x*x + W_h*h_(t-1))</a:t>
            </a:r>
          </a:p>
          <a:p>
            <a:pPr/>
            <a:r>
              <a:t>Training: Truncated BPTT algorithm</a:t>
            </a:r>
          </a:p>
          <a:p>
            <a:pPr/>
            <a:r>
              <a:t>Complexity: O(n log n) time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 Architecture and Working Mechanism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Vanishing gradient: dE/dw = sigma(w) * dE/dy</a:t>
            </a:r>
          </a:p>
          <a:p>
            <a:pPr/>
            <a:r>
              <a:t>Gradients decrease: sigma(w) &lt; 1, dE/dw -&gt; 0</a:t>
            </a:r>
          </a:p>
          <a:p>
            <a:pPr/>
            <a:r>
              <a:t>Exploding gradient: dE/dw &gt; 1, dE/dw -&gt; inf</a:t>
            </a:r>
          </a:p>
          <a:p>
            <a:pPr/>
            <a:r>
              <a:t>Backpropagation error: E = (1/2) * (y - y^) ^ 2</a:t>
            </a:r>
          </a:p>
          <a:p>
            <a:pPr/>
            <a:r>
              <a:t>Weight update: w = w - alpha * dE/dw</a:t>
            </a:r>
          </a:p>
          <a:p>
            <a:pPr/>
            <a:r>
              <a:t>Sigmoid derivative: sigma'(x) = sigma(x) * (1 - sigma(x))</a:t>
            </a:r>
          </a:p>
          <a:p>
            <a:pPr/>
            <a:r>
              <a:t>Tanh derivative: tanh'(x) = 1 - tanh(x) ^ 2</a:t>
            </a:r>
          </a:p>
          <a:p>
            <a:pPr/>
            <a:r>
              <a:t>Gradient clipping: dE/dw = max(-c, min(c, dE/dw))</a:t>
            </a:r>
          </a:p>
          <a:p>
            <a:pPr/>
            <a:r>
              <a:t>Recurrent weight: w = w + delta_w * dE/dw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RNNs (Vanishing Gradient Problem)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Modeling sequential data with RNNs</a:t>
            </a:r>
          </a:p>
          <a:p>
            <a:pPr/>
            <a:r>
              <a:t>LSTM improves vanilla RNNs</a:t>
            </a:r>
          </a:p>
          <a:p>
            <a:pPr/>
            <a:r>
              <a:t>Backpropagation through time used</a:t>
            </a:r>
          </a:p>
          <a:p>
            <a:pPr/>
            <a:r>
              <a:t>Vanishing gradients mitigated</a:t>
            </a:r>
          </a:p>
          <a:p>
            <a:pPr/>
            <a:r>
              <a:t>Activation function: sigmoid</a:t>
            </a:r>
          </a:p>
          <a:p>
            <a:pPr/>
            <a:r>
              <a:t>Optimization: stochastic gradient</a:t>
            </a:r>
          </a:p>
          <a:p>
            <a:pPr/>
            <a:r>
              <a:t>Time complexity: O(n log n)</a:t>
            </a:r>
          </a:p>
          <a:p>
            <a:pPr/>
            <a:r>
              <a:t>Memory usage: O(n^2) reduced</a:t>
            </a:r>
          </a:p>
          <a:p>
            <a:pPr/>
            <a:r>
              <a:t>Training: batch normalization applied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RNNs and LSTM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