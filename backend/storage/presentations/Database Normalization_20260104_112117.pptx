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Database Normalization.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Database Normalization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Database Management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Definition of Database 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Process of organizing data to reduce redundancy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Ensures data consistency and integrity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Divides large tables into smaller related tables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Objectives of 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Eliminate data duplication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Minimize insertion, update, and deletion anomalies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Improve database maintainability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