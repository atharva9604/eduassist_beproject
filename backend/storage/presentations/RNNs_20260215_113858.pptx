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"/>
  </p:handoutMasterIdLst>
  <p:sldIdLst>
    <p:sldId id="256" r:id="rId11"/>
    <p:sldId id="257" r:id="rId12"/>
    <p:sldId id="258" r:id="rId14"/>
    <p:sldId id="259" r:id="rId15"/>
    <p:sldId id="260" r:id="rId16"/>
    <p:sldId id="261" r:id="rId17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900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6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handoutMaster" Target="handoutMasters/handout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5DFE1-43D7-4EB6-8D76-A7A8A7FBCE2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3C521-97B3-4C05-9E1E-107362C28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8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3400" y="3238500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39200" y="51435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Freeform 3"/>
          <p:cNvSpPr/>
          <p:nvPr userDrawn="1"/>
        </p:nvSpPr>
        <p:spPr>
          <a:xfrm>
            <a:off x="0" y="0"/>
            <a:ext cx="8483403" cy="10287000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26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981" y="673608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981" y="2009305"/>
            <a:ext cx="11887200" cy="685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reeform 5"/>
          <p:cNvSpPr/>
          <p:nvPr userDrawn="1"/>
        </p:nvSpPr>
        <p:spPr>
          <a:xfrm flipH="1" flipV="1">
            <a:off x="1099938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3"/>
          <p:cNvSpPr/>
          <p:nvPr userDrawn="1"/>
        </p:nvSpPr>
        <p:spPr>
          <a:xfrm>
            <a:off x="0" y="8971026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7600" y="3924300"/>
            <a:ext cx="9525000" cy="2590800"/>
          </a:xfrm>
        </p:spPr>
        <p:txBody>
          <a:bodyPr>
            <a:noAutofit/>
          </a:bodyPr>
          <a:lstStyle>
            <a:lvl1pPr>
              <a:defRPr sz="9600" b="1" baseline="0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7" name="Freeform 3"/>
          <p:cNvSpPr/>
          <p:nvPr userDrawn="1"/>
        </p:nvSpPr>
        <p:spPr>
          <a:xfrm>
            <a:off x="0" y="-1"/>
            <a:ext cx="8483403" cy="10312696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/>
          <p:cNvSpPr/>
          <p:nvPr userDrawn="1"/>
        </p:nvSpPr>
        <p:spPr>
          <a:xfrm flipH="1" flipV="1">
            <a:off x="16230600" y="-1"/>
            <a:ext cx="2057400" cy="2070468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6"/>
          <p:cNvSpPr/>
          <p:nvPr userDrawn="1"/>
        </p:nvSpPr>
        <p:spPr>
          <a:xfrm flipH="1">
            <a:off x="16230599" y="8039100"/>
            <a:ext cx="2057400" cy="2273595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082845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f(h_(t-1))</a:t>
            </a:r>
          </a:p>
          <a:p>
            <a:pPr/>
            <a:r>
              <a:t>Activation: sigmoid, tanh, ReLU</a:t>
            </a:r>
          </a:p>
          <a:p>
            <a:pPr/>
            <a:r>
              <a:t>Backprop: train using BPTT algorithm</a:t>
            </a:r>
          </a:p>
          <a:p>
            <a:pPr/>
            <a:r>
              <a:t>Vanishing gradients: sigmoid, tanh</a:t>
            </a:r>
          </a:p>
          <a:p>
            <a:pPr/>
            <a:r>
              <a:t>LSTM: Long Short-Term Memory</a:t>
            </a:r>
          </a:p>
          <a:p>
            <a:pPr/>
            <a:r>
              <a:t>Equation: h_t = O_t * tanh(C_t)</a:t>
            </a:r>
          </a:p>
          <a:p>
            <a:pPr/>
            <a:r>
              <a:t>Time complexity: O(n log 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b04ead27abd4a299da7905ed55f6870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RNN: Recurrent Neural Network</a:t>
            </a:r>
          </a:p>
          <a:p>
            <a:pPr/>
            <a:r>
              <a:t>Feedback loop: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Loss: Cross-Entropy, MSE</a:t>
            </a:r>
          </a:p>
          <a:p>
            <a:pPr/>
            <a:r>
              <a:t>Backprop: Compute gradients</a:t>
            </a:r>
          </a:p>
          <a:p>
            <a:pPr/>
            <a:r>
              <a:t>Optimization: SGD, Adam</a:t>
            </a:r>
          </a:p>
          <a:p>
            <a:pPr/>
            <a:r>
              <a:t>Training: Sequences, BPTT</a:t>
            </a:r>
          </a:p>
          <a:p>
            <a:pPr/>
            <a:r>
              <a:t>State: Hidden, Cell,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5c18208db304389a33c7bf59072550e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Backpropagation: dE/dt = dE/dy * dy/dt</a:t>
            </a:r>
          </a:p>
          <a:p>
            <a:pPr/>
            <a:r>
              <a:t>Activation: sigmoid(t) = 1 / (1 + e^(-t))</a:t>
            </a:r>
          </a:p>
          <a:p>
            <a:pPr/>
            <a:r>
              <a:t>Output: h(t) = sigmoid(W * x(t) + U * h(t-1))</a:t>
            </a:r>
          </a:p>
          <a:p>
            <a:pPr/>
            <a:r>
              <a:t>Error: E = (1/2) * (y - y_hat)^2</a:t>
            </a:r>
          </a:p>
          <a:p>
            <a:pPr/>
            <a:r>
              <a:t>Optimization: O(n log n) time complexity</a:t>
            </a:r>
          </a:p>
          <a:p>
            <a:pPr/>
            <a:r>
              <a:t>Training: minimize E using gradient descent</a:t>
            </a:r>
          </a:p>
          <a:p>
            <a:pPr/>
            <a:r>
              <a:t>State Update: h(t) = f(W * x(t) + U * h(t-1))</a:t>
            </a:r>
          </a:p>
          <a:p>
            <a:pPr/>
            <a:r>
              <a:t>Weight Update: W = W - alpha * dE/dW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Sequence prediction: y = f(x, h)</a:t>
            </a:r>
          </a:p>
          <a:p>
            <a:pPr/>
            <a:r>
              <a:t>Natural language processing: NLP = tokens + grammar</a:t>
            </a:r>
          </a:p>
          <a:p>
            <a:pPr/>
            <a:r>
              <a:t>Time series forecasting: y(t) = f(y(t-1))</a:t>
            </a:r>
          </a:p>
          <a:p>
            <a:pPr/>
            <a:r>
              <a:t>Speech recognition: S = acoustic + linguistic</a:t>
            </a:r>
          </a:p>
          <a:p>
            <a:pPr/>
            <a:r>
              <a:t>Machine translation: MT = encoder + decoder</a:t>
            </a:r>
          </a:p>
          <a:p>
            <a:pPr/>
            <a:r>
              <a:t>Sentiment analysis: SA = text + emotions</a:t>
            </a:r>
          </a:p>
          <a:p>
            <a:pPr/>
            <a:r>
              <a:t>Anomaly detection: AD = patterns + outliers</a:t>
            </a:r>
          </a:p>
          <a:p>
            <a:pPr/>
            <a:r>
              <a:t>Recommendation systems: RS = user + item</a:t>
            </a:r>
          </a:p>
          <a:p>
            <a:pPr/>
            <a:r>
              <a:t>Chatbots: C = dialogue +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Modern Thesis Defense Presentation</dc:title>
  <dc:creator>Admin</dc:creator>
  <cp:lastModifiedBy>Microsoft account</cp:lastModifiedBy>
  <cp:revision>4</cp:revision>
  <dcterms:created xsi:type="dcterms:W3CDTF">2006-08-16T00:00:00Z</dcterms:created>
  <dcterms:modified xsi:type="dcterms:W3CDTF">2026-02-15T05:59:41Z</dcterms:modified>
  <dc:identifier>DAHBSJYOP8Q</dc:identifier>
</cp:coreProperties>
</file>