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RNNs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RNNs vs CNNs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Summary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are designed for sequential data processing tasks.</a:t>
            </a:r>
          </a:p>
          <a:p>
            <a:pPr/>
            <a:r>
              <a:t>RNNs have feedback connections that allow information to loop back in time.</a:t>
            </a:r>
          </a:p>
          <a:p>
            <a:pPr/>
            <a:r>
              <a:t>This architecture enables RNNs to keep track of internal state over time.</a:t>
            </a:r>
          </a:p>
          <a:p>
            <a:pPr/>
            <a:r>
              <a:t>The internal state is used to capture complex temporal relationships in data.</a:t>
            </a:r>
          </a:p>
          <a:p>
            <a:pPr/>
            <a:r>
              <a:t>RNNs are trained using backpropagation through time algorithm with optimization.</a:t>
            </a:r>
          </a:p>
          <a:p>
            <a:pPr/>
            <a:r>
              <a:t>The most basic RNN architecture is the simple recurrent neural network.</a:t>
            </a:r>
          </a:p>
          <a:p>
            <a:pPr/>
            <a:r>
              <a:t>More complex variants include Long Short-Term Memory and Gated Recurrent Units.</a:t>
            </a:r>
          </a:p>
          <a:p>
            <a:pPr/>
            <a:r>
              <a:t>These variants address the vanishing gradient problem in deep RNNs effectively.</a:t>
            </a:r>
          </a:p>
          <a:p>
            <a:pPr/>
            <a:r>
              <a:t>RNNs have numerous applications in natural language processing and speech recognition.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are suitable for modeling sequential data patterns.</a:t>
            </a:r>
          </a:p>
          <a:p>
            <a:pPr/>
            <a:r>
              <a:t>RNNs can learn long-term dependencies in complex data sequences effectively.</a:t>
            </a:r>
          </a:p>
          <a:p>
            <a:pPr/>
            <a:r>
              <a:t>The recurrent structure allows RNNs to capture temporal relationships easily.</a:t>
            </a:r>
          </a:p>
          <a:p>
            <a:pPr/>
            <a:r>
              <a:t>RNNs are particularly useful for natural language processing tasks always.</a:t>
            </a:r>
          </a:p>
          <a:p>
            <a:pPr/>
            <a:r>
              <a:t>They can handle variable-length input sequences with relative ease always.</a:t>
            </a:r>
          </a:p>
          <a:p>
            <a:pPr/>
            <a:r>
              <a:t>The ability to store internal state makes RNNs highly versatile models.</a:t>
            </a:r>
          </a:p>
          <a:p>
            <a:pPr/>
            <a:r>
              <a:t>RNNs are widely used for speech recognition and machine translation tasks.</a:t>
            </a:r>
          </a:p>
          <a:p>
            <a:pPr/>
            <a:r>
              <a:t>The architecture of RNNs enables them to process data in a sequential manner.</a:t>
            </a:r>
          </a:p>
          <a:p>
            <a:pPr/>
            <a:r>
              <a:t>RNNs have been successfully applied to time series prediction and forecasting.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RNNs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are designed for sequential data processing tasks.</a:t>
            </a:r>
          </a:p>
          <a:p>
            <a:pPr/>
            <a:r>
              <a:t>Convolutional Neural Networks are primarily used for image classification tasks.</a:t>
            </a:r>
          </a:p>
          <a:p>
            <a:pPr/>
            <a:r>
              <a:t>RNNs have feedback connections that allow information to flow in a loop.</a:t>
            </a:r>
          </a:p>
          <a:p>
            <a:pPr/>
            <a:r>
              <a:t>CNNs use convolutional and pooling layers to extract features from images.</a:t>
            </a:r>
          </a:p>
          <a:p>
            <a:pPr/>
            <a:r>
              <a:t>The key difference between RNNs and CNNs is their architectural design.</a:t>
            </a:r>
          </a:p>
          <a:p>
            <a:pPr/>
            <a:r>
              <a:t>RNNs are suitable for natural language processing and speech recognition tasks.</a:t>
            </a:r>
          </a:p>
          <a:p>
            <a:pPr/>
            <a:r>
              <a:t>CNNs are commonly used for object detection and image segmentation tasks.</a:t>
            </a:r>
          </a:p>
          <a:p>
            <a:pPr/>
            <a:r>
              <a:t>The mathematical representation of RNNs can be given by h_t = tanh(Wx_t + Uh_{t-1})</a:t>
            </a:r>
          </a:p>
          <a:p>
            <a:pPr/>
            <a:r>
              <a:t>RNNs can learn long-term dependencies in sequential data, unlike CNNs.</a:t>
            </a:r>
          </a:p>
          <a:p>
            <a:pPr/>
            <a:r>
              <a:t>The choice between RNNs and CNNs depends on the specific problem being addressed.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 vs CNNs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are designed for sequential data processing tasks.</a:t>
            </a:r>
          </a:p>
          <a:p>
            <a:pPr/>
            <a:r>
              <a:t>RNNs can learn patterns in time series data and make predictions accordingly.</a:t>
            </a:r>
          </a:p>
          <a:p>
            <a:pPr/>
            <a:r>
              <a:t>The architecture of RNNs consists of input, hidden, and output layers interconnected.</a:t>
            </a:r>
          </a:p>
          <a:p>
            <a:pPr/>
            <a:r>
              <a:t>Backpropagation through time is used to train RNNs and minimize errors.</a:t>
            </a:r>
          </a:p>
          <a:p>
            <a:pPr/>
            <a:r>
              <a:t>RNNs have applications in natural language processing and speech recognition systems.</a:t>
            </a:r>
          </a:p>
          <a:p>
            <a:pPr/>
            <a:r>
              <a:t>Long Short-Term Memory networks are a type of RNN that handles vanishing gradients.</a:t>
            </a:r>
          </a:p>
          <a:p>
            <a:pPr/>
            <a:r>
              <a:t>Gated Recurrent Units are another variant of RNNs with improved performance.</a:t>
            </a:r>
          </a:p>
          <a:p>
            <a:pPr/>
            <a:r>
              <a:t>h_t = tanh(Wx_t + Uh_{t-1}) represents the hidden state calculation in RNNs.</a:t>
            </a:r>
          </a:p>
          <a:p>
            <a:pPr/>
            <a:r>
              <a:t>RNNs are widely used in sentiment analysis and text classification tasks.</a:t>
            </a:r>
          </a:p>
          <a:p>
            <a:pPr/>
            <a:r>
              <a:t>Deep learning frameworks provide tools for building and training RNN models.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