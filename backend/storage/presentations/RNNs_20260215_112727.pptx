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2"/>
  </p:handoutMasterIdLst>
  <p:sldIdLst>
    <p:sldId id="256" r:id="rId11"/>
    <p:sldId id="257" r:id="rId12"/>
    <p:sldId id="258" r:id="rId14"/>
    <p:sldId id="259" r:id="rId15"/>
    <p:sldId id="260" r:id="rId16"/>
  </p:sldIdLst>
  <p:sldSz cx="18288000" cy="10287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2" d="100"/>
          <a:sy n="22" d="100"/>
        </p:scale>
        <p:origin x="1940" y="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680" y="6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handoutMaster" Target="handoutMasters/handoutMaster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5DFE1-43D7-4EB6-8D76-A7A8A7FBCE2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3C521-97B3-4C05-9E1E-107362C28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581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/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53400" y="3238500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39200" y="51435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9" name="Freeform 3"/>
          <p:cNvSpPr/>
          <p:nvPr userDrawn="1"/>
        </p:nvSpPr>
        <p:spPr>
          <a:xfrm>
            <a:off x="0" y="-1454734"/>
            <a:ext cx="8483403" cy="11741734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/>
          <p:cNvSpPr/>
          <p:nvPr userDrawn="1"/>
        </p:nvSpPr>
        <p:spPr>
          <a:xfrm>
            <a:off x="2658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981" y="673608"/>
            <a:ext cx="82296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981" y="2009305"/>
            <a:ext cx="11887200" cy="6858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reeform 5"/>
          <p:cNvSpPr/>
          <p:nvPr userDrawn="1"/>
        </p:nvSpPr>
        <p:spPr>
          <a:xfrm flipH="1" flipV="1">
            <a:off x="10999381" y="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3"/>
          <p:cNvSpPr/>
          <p:nvPr userDrawn="1"/>
        </p:nvSpPr>
        <p:spPr>
          <a:xfrm>
            <a:off x="0" y="8971026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/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67600" y="3924300"/>
            <a:ext cx="9525000" cy="2590800"/>
          </a:xfrm>
        </p:spPr>
        <p:txBody>
          <a:bodyPr>
            <a:noAutofit/>
          </a:bodyPr>
          <a:lstStyle>
            <a:lvl1pPr>
              <a:defRPr sz="9600" b="1" baseline="0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THANK YOU</a:t>
            </a:r>
            <a:endParaRPr lang="en-IN" dirty="0"/>
          </a:p>
        </p:txBody>
      </p:sp>
      <p:sp>
        <p:nvSpPr>
          <p:cNvPr id="7" name="Freeform 3"/>
          <p:cNvSpPr/>
          <p:nvPr userDrawn="1"/>
        </p:nvSpPr>
        <p:spPr>
          <a:xfrm>
            <a:off x="0" y="-1429039"/>
            <a:ext cx="8483403" cy="11741734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5"/>
          <p:cNvSpPr/>
          <p:nvPr userDrawn="1"/>
        </p:nvSpPr>
        <p:spPr>
          <a:xfrm flipH="1" flipV="1">
            <a:off x="16230600" y="-1"/>
            <a:ext cx="2057400" cy="2070468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6"/>
          <p:cNvSpPr/>
          <p:nvPr userDrawn="1"/>
        </p:nvSpPr>
        <p:spPr>
          <a:xfrm flipH="1">
            <a:off x="16230599" y="8039100"/>
            <a:ext cx="2057400" cy="2273595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0"/>
                </a:moveTo>
                <a:lnTo>
                  <a:pt x="0" y="0"/>
                </a:lnTo>
                <a:lnTo>
                  <a:pt x="0" y="4114800"/>
                </a:lnTo>
                <a:lnTo>
                  <a:pt x="4490914" y="4114800"/>
                </a:lnTo>
                <a:lnTo>
                  <a:pt x="449091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2082845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Feedback loops: h(t) = f(h(t-1))</a:t>
            </a:r>
          </a:p>
          <a:p>
            <a:pPr/>
            <a:r>
              <a:t>Training: Backpropagation Through Time</a:t>
            </a:r>
          </a:p>
          <a:p>
            <a:pPr/>
            <a:r>
              <a:t>Activation: Sigmoid, Tanh functions</a:t>
            </a:r>
          </a:p>
          <a:p>
            <a:pPr/>
            <a:r>
              <a:t>Loss: Mean Squared Error, Cross-Entropy</a:t>
            </a:r>
          </a:p>
          <a:p>
            <a:pPr/>
            <a:r>
              <a:t>Optimization: Stochastic Gradient Descent</a:t>
            </a:r>
          </a:p>
          <a:p>
            <a:pPr/>
            <a:r>
              <a:t>Complexity: O(n log n) time complexity</a:t>
            </a:r>
          </a:p>
          <a:p>
            <a:pPr/>
            <a:r>
              <a:t>Applications: NLP, Time Series Prediction</a:t>
            </a:r>
          </a:p>
        </p:txBody>
      </p:sp>
      <p:pic>
        <p:nvPicPr>
          <p:cNvPr id="4" name="Picture 3" descr="810526b82b2b49e6bf286a16c5182f2c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6327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Model sequential data</a:t>
            </a:r>
          </a:p>
          <a:p>
            <a:pPr/>
            <a:r>
              <a:t>Architecture: Feedback connections</a:t>
            </a:r>
          </a:p>
          <a:p>
            <a:pPr/>
            <a:r>
              <a:t>RNN: h_t = f(h_(t-1), x_t)</a:t>
            </a:r>
          </a:p>
          <a:p>
            <a:pPr/>
            <a:r>
              <a:t>Activation: sigmoid, tanh, ReLU</a:t>
            </a:r>
          </a:p>
          <a:p>
            <a:pPr/>
            <a:r>
              <a:t>Backprop: Truncated BPTT, O(n^2)</a:t>
            </a:r>
          </a:p>
          <a:p>
            <a:pPr/>
            <a:r>
              <a:t>Training: Stochastic gradient descent</a:t>
            </a:r>
          </a:p>
          <a:p>
            <a:pPr/>
            <a:r>
              <a:t>Error: Mean squared, cross-entropy</a:t>
            </a:r>
          </a:p>
          <a:p>
            <a:pPr/>
            <a:r>
              <a:t>Optimization: Adam, RMSprop, SGD</a:t>
            </a:r>
          </a:p>
          <a:p>
            <a:pPr/>
            <a:r>
              <a:t>Complexity: O(n log n) time</a:t>
            </a:r>
          </a:p>
        </p:txBody>
      </p:sp>
      <p:pic>
        <p:nvPicPr>
          <p:cNvPr id="4" name="Picture 3" descr="2d8ab5a7a7694fa9963c7aab38bca4cf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Model sequential data</a:t>
            </a:r>
          </a:p>
          <a:p>
            <a:pPr/>
            <a:r>
              <a:t>RNNs: Recurrent Neural Networks</a:t>
            </a:r>
          </a:p>
          <a:p>
            <a:pPr/>
            <a:r>
              <a:t>Formula: h_t = tanh(Wx_t + Uh_{t-1})</a:t>
            </a:r>
          </a:p>
          <a:p>
            <a:pPr/>
            <a:r>
              <a:t>Backprop: Compute gradients</a:t>
            </a:r>
          </a:p>
          <a:p>
            <a:pPr/>
            <a:r>
              <a:t>BPTT: Backpropagation Through Time</a:t>
            </a:r>
          </a:p>
          <a:p>
            <a:pPr/>
            <a:r>
              <a:t>Vanishing gradients: exp(-n) problem</a:t>
            </a:r>
          </a:p>
          <a:p>
            <a:pPr/>
            <a:r>
              <a:t>LSTM: Long Short-Term Memory</a:t>
            </a:r>
          </a:p>
          <a:p>
            <a:pPr/>
            <a:r>
              <a:t>GRU: Gated Recurrent Unit</a:t>
            </a:r>
          </a:p>
          <a:p>
            <a:pPr/>
            <a:r>
              <a:t>Time complexity: O(n log 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Modeling sequential data with h_t = f(h_t-1, x_t)</a:t>
            </a:r>
          </a:p>
          <a:p>
            <a:pPr/>
            <a:r>
              <a:t>Time series forecasting using LSTM networks</a:t>
            </a:r>
          </a:p>
          <a:p>
            <a:pPr/>
            <a:r>
              <a:t>Natural language processing with RNNs</a:t>
            </a:r>
          </a:p>
          <a:p>
            <a:pPr/>
            <a:r>
              <a:t>Sentiment analysis via gated recurrent units</a:t>
            </a:r>
          </a:p>
          <a:p>
            <a:pPr/>
            <a:r>
              <a:t>Speech recognition using CTC loss function</a:t>
            </a:r>
          </a:p>
          <a:p>
            <a:pPr/>
            <a:r>
              <a:t>Machine translation with attention mechanisms</a:t>
            </a:r>
          </a:p>
          <a:p>
            <a:pPr/>
            <a:r>
              <a:t>Text summarization with sequence-to-sequence</a:t>
            </a:r>
          </a:p>
          <a:p>
            <a:pPr/>
            <a:r>
              <a:t>Anomaly detection in time series data</a:t>
            </a:r>
          </a:p>
          <a:p>
            <a:pPr/>
            <a:r>
              <a:t>Predicting stock prices with recurrent neural</a:t>
            </a:r>
          </a:p>
          <a:p>
            <a:pPr/>
            <a:r>
              <a:t>Language modeling with E = -∑(y_true * log(y_pred))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Geometric Modern Thesis Defense Presentation</dc:title>
  <dc:creator>Admin</dc:creator>
  <cp:lastModifiedBy>Microsoft account</cp:lastModifiedBy>
  <cp:revision>3</cp:revision>
  <dcterms:created xsi:type="dcterms:W3CDTF">2006-08-16T00:00:00Z</dcterms:created>
  <dcterms:modified xsi:type="dcterms:W3CDTF">2026-02-14T13:48:59Z</dcterms:modified>
  <dc:identifier>DAHBSJYOP8Q</dc:identifier>
</cp:coreProperties>
</file>