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Data Communication and Networking presentation covering multiple topics. Today we'll explore: Create a 3-slide PPT on Computer Networks., Subject: Data Communication and Networking, Slide titles:, Slide 1: Introduction to Computer Networks, Slide 2: Types of Computer Networks, Slide 3: Advantages of Computer Networks, Generate content for each slide based on its 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computer networks, explain the types of networks, including LAN, WAN, and Wi-Fi, and give examples of each. Discuss the importance of network topology and data transmission modes. Emphasize the role of protocols such as TCP/IP and HTTP in facilitating communication. Use examples like the internet and local networks to illustrate key concepts, and ask students to consider the importance of network security and performance. Key takeaways include understanding network fundamentals and recognizing the role of devices and protocols in facilitating communication.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Data Communication and Networking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Create a 3-slide PPT on Computer Networks., Subject: Data Communication and Networking, Slide titles:, Slide 1: Introduction to Computer Networks, Slide 2: Types of Computer Networks, Slide 3: Advantages of Computer Networks, Generate content for each slide based on its title.</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3-slide PPT on Computer Networks. - Introduction</a:t>
            </a:r>
          </a:p>
        </p:txBody>
      </p:sp>
      <p:sp>
        <p:nvSpPr>
          <p:cNvPr id="3" name="Content Placeholder 2"/>
          <p:cNvSpPr>
            <a:spLocks noGrp="1"/>
          </p:cNvSpPr>
          <p:nvPr>
            <p:ph idx="1"/>
          </p:nvPr>
        </p:nvSpPr>
        <p:spPr/>
        <p:txBody>
          <a:bodyPr/>
          <a:lstStyle/>
          <a:p>
            <a:pPr>
              <a:defRPr sz="2000">
                <a:solidFill>
                  <a:srgbClr val="444444"/>
                </a:solidFill>
              </a:defRPr>
            </a:pPr>
            <a:r>
              <a:t>Computer networks connect devices for data exchange</a:t>
            </a:r>
          </a:p>
          <a:p>
            <a:pPr>
              <a:defRPr sz="2000">
                <a:solidFill>
                  <a:srgbClr val="444444"/>
                </a:solidFill>
              </a:defRPr>
            </a:pPr>
            <a:r>
              <a:t>Types include LAN, WAN, and Wi-Fi networks</a:t>
            </a:r>
          </a:p>
          <a:p>
            <a:pPr>
              <a:defRPr sz="2000">
                <a:solidFill>
                  <a:srgbClr val="444444"/>
                </a:solidFill>
              </a:defRPr>
            </a:pPr>
            <a:r>
              <a:t>Network topology includes bus, star, and ring</a:t>
            </a:r>
          </a:p>
          <a:p>
            <a:pPr>
              <a:defRPr sz="2000">
                <a:solidFill>
                  <a:srgbClr val="444444"/>
                </a:solidFill>
              </a:defRPr>
            </a:pPr>
            <a:r>
              <a:t>Data transmission modes are simplex and duplex</a:t>
            </a:r>
          </a:p>
          <a:p>
            <a:pPr>
              <a:defRPr sz="2000">
                <a:solidFill>
                  <a:srgbClr val="444444"/>
                </a:solidFill>
              </a:defRPr>
            </a:pPr>
            <a:r>
              <a:t>Networks use TCP/IP and HTTP protocols</a:t>
            </a:r>
          </a:p>
          <a:p>
            <a:pPr>
              <a:defRPr sz="2000">
                <a:solidFill>
                  <a:srgbClr val="444444"/>
                </a:solidFill>
              </a:defRPr>
            </a:pPr>
            <a:r>
              <a:t>Devices include routers, switches, and modems</a:t>
            </a:r>
          </a:p>
          <a:p>
            <a:pPr>
              <a:defRPr sz="2000">
                <a:solidFill>
                  <a:srgbClr val="444444"/>
                </a:solidFill>
              </a:defRPr>
            </a:pPr>
            <a:r>
              <a:t>Network security includes firewalls and encryption</a:t>
            </a:r>
          </a:p>
          <a:p>
            <a:pPr>
              <a:defRPr sz="2000">
                <a:solidFill>
                  <a:srgbClr val="444444"/>
                </a:solidFill>
              </a:defRPr>
            </a:pPr>
            <a:r>
              <a:t>Examples include internet and local networks</a:t>
            </a:r>
          </a:p>
          <a:p>
            <a:pPr>
              <a:defRPr sz="2000">
                <a:solidFill>
                  <a:srgbClr val="444444"/>
                </a:solidFill>
              </a:defRPr>
            </a:pPr>
            <a:r>
              <a:t>Network architecture includes client-server model</a:t>
            </a:r>
          </a:p>
          <a:p>
            <a:pPr>
              <a:defRPr sz="2000">
                <a:solidFill>
                  <a:srgbClr val="444444"/>
                </a:solidFill>
              </a:defRPr>
            </a:pPr>
            <a:r>
              <a:t>Network performance is measured by bandwidth</a:t>
            </a:r>
          </a:p>
        </p:txBody>
      </p:sp>
      <p:pic>
        <p:nvPicPr>
          <p:cNvPr id="4" name="Picture 3" descr="5eb83cfa22564dd6a8543fd57efbf92b_create_a_3-slide_ppt_on_computer_network.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3-slide PPT on Computer Networks. - Part 2</a:t>
            </a:r>
          </a:p>
        </p:txBody>
      </p:sp>
      <p:sp>
        <p:nvSpPr>
          <p:cNvPr id="3" name="Content Placeholder 2"/>
          <p:cNvSpPr>
            <a:spLocks noGrp="1"/>
          </p:cNvSpPr>
          <p:nvPr>
            <p:ph idx="1"/>
          </p:nvPr>
        </p:nvSpPr>
        <p:spPr/>
        <p:txBody>
          <a:bodyPr/>
          <a:lstStyle/>
          <a:p>
            <a:pPr>
              <a:defRPr sz="2000">
                <a:solidFill>
                  <a:srgbClr val="444444"/>
                </a:solidFill>
              </a:defRPr>
            </a:pPr>
            <a:r>
              <a:t>(AI could not generate this 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3-slide PPT on Computer Networks. - Part 3</a:t>
            </a:r>
          </a:p>
        </p:txBody>
      </p:sp>
      <p:sp>
        <p:nvSpPr>
          <p:cNvPr id="3" name="Content Placeholder 2"/>
          <p:cNvSpPr>
            <a:spLocks noGrp="1"/>
          </p:cNvSpPr>
          <p:nvPr>
            <p:ph idx="1"/>
          </p:nvPr>
        </p:nvSpPr>
        <p:spPr/>
        <p:txBody>
          <a:bodyPr/>
          <a:lstStyle/>
          <a:p>
            <a:pPr>
              <a:defRPr sz="2000">
                <a:solidFill>
                  <a:srgbClr val="444444"/>
                </a:solidFill>
              </a:defRPr>
            </a:pPr>
            <a:r>
              <a:t>(AI could not generate this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