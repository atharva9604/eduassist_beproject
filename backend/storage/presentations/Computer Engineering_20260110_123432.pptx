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Create a 3-slide PPT on Operating System Basics., Subject: Computer Engineering, Slide structure:, Slide 1: Introduction to Operating Systems, Slide 2: Process Management, Slide 3: Memory Management, Image placement:, Use Image 1 on Slide 2, Use Image 2 on Slide 3, Generate content where not provided..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 basics. In this section, we will cover the fundamental concepts and functions of an operating system. The key points to note are the management of hardware and software resources, provision of a platform for applications, and control of input output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cover the fundamental concepts and principles of operating systems. The key points to focus on include process management, memory management, and file systems. These concepts are crucial for understanding how operating systems work and how they manage computer hardware and software resources.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cover the fundamental concepts of operating system basics, including process management, memory management, and security. These topics are crucial for understanding how operating systems manage computer hardware resources and provide a platform for running applications. The key concepts will be explained in detail to ensure a comprehensive understanding of operating system basics.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Operating System Basics., Subject: Computer Engineering, Slide structure:, Slide 1: Introduction to Operating Systems, Slide 2: Process Management, Slide 3: Memory Management, Image placement:, Use Image 1 on Slide 2, Use Image 2 on Slide 3, Generate content where not provided.</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 Basics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 output operations and data storage management</a:t>
            </a:r>
          </a:p>
          <a:p>
            <a:pPr>
              <a:defRPr sz="2000">
                <a:solidFill>
                  <a:srgbClr val="444444"/>
                </a:solidFill>
              </a:defRPr>
            </a:pPr>
            <a:r>
              <a:t>Supports multitasking and multithreading for better performance</a:t>
            </a:r>
          </a:p>
          <a:p>
            <a:pPr>
              <a:defRPr sz="2000">
                <a:solidFill>
                  <a:srgbClr val="444444"/>
                </a:solidFill>
              </a:defRPr>
            </a:pPr>
            <a:r>
              <a:t>Ensures security and authentication for authorized access only</a:t>
            </a:r>
          </a:p>
          <a:p>
            <a:pPr>
              <a:defRPr sz="2000">
                <a:solidFill>
                  <a:srgbClr val="444444"/>
                </a:solidFill>
              </a:defRPr>
            </a:pPr>
            <a:r>
              <a:t>Manages memory allocation and deallocation for optimal usage</a:t>
            </a:r>
          </a:p>
          <a:p>
            <a:pPr>
              <a:defRPr sz="2000">
                <a:solidFill>
                  <a:srgbClr val="444444"/>
                </a:solidFill>
              </a:defRPr>
            </a:pPr>
            <a:r>
              <a:t>Handles interrupts and exceptions for reliable operation</a:t>
            </a:r>
          </a:p>
          <a:p>
            <a:pPr>
              <a:defRPr sz="2000">
                <a:solidFill>
                  <a:srgbClr val="444444"/>
                </a:solidFill>
              </a:defRPr>
            </a:pPr>
            <a:r>
              <a:t>Provides a user interface for interaction and command execution</a:t>
            </a:r>
          </a:p>
          <a:p>
            <a:pPr>
              <a:defRPr sz="2000">
                <a:solidFill>
                  <a:srgbClr val="444444"/>
                </a:solidFill>
              </a:defRPr>
            </a:pPr>
            <a:r>
              <a:t>Supports networking and communication protocols for connectivity</a:t>
            </a:r>
          </a:p>
        </p:txBody>
      </p:sp>
      <p:pic>
        <p:nvPicPr>
          <p:cNvPr id="4" name="Picture 3" descr="d943b95dc5b243128ec852236c261e46.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Operating System Basics: Key Concepts and Principles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 output operations between devices and programs</a:t>
            </a:r>
          </a:p>
          <a:p>
            <a:pPr>
              <a:defRPr sz="2000">
                <a:solidFill>
                  <a:srgbClr val="444444"/>
                </a:solidFill>
              </a:defRPr>
            </a:pPr>
            <a:r>
              <a:t>Optimizes system performance through memory and storage management</a:t>
            </a:r>
          </a:p>
          <a:p>
            <a:pPr>
              <a:defRPr sz="2000">
                <a:solidFill>
                  <a:srgbClr val="444444"/>
                </a:solidFill>
              </a:defRPr>
            </a:pPr>
            <a:r>
              <a:t>Ensures security and authentication through user accounts and permissions</a:t>
            </a:r>
          </a:p>
          <a:p>
            <a:pPr>
              <a:defRPr sz="2000">
                <a:solidFill>
                  <a:srgbClr val="444444"/>
                </a:solidFill>
              </a:defRPr>
            </a:pPr>
            <a:r>
              <a:t>Supports multitasking and multithreading for enhanced productivity</a:t>
            </a:r>
          </a:p>
          <a:p>
            <a:pPr>
              <a:defRPr sz="2000">
                <a:solidFill>
                  <a:srgbClr val="444444"/>
                </a:solidFill>
              </a:defRPr>
            </a:pPr>
            <a:r>
              <a:t>Handles interruptions and exceptions through interrupt handling mechanisms</a:t>
            </a:r>
          </a:p>
          <a:p>
            <a:pPr>
              <a:defRPr sz="2000">
                <a:solidFill>
                  <a:srgbClr val="444444"/>
                </a:solidFill>
              </a:defRPr>
            </a:pPr>
            <a:r>
              <a:t>Provides a user interface for interacting with the system and applications</a:t>
            </a:r>
          </a:p>
          <a:p>
            <a:pPr>
              <a:defRPr sz="2000">
                <a:solidFill>
                  <a:srgbClr val="444444"/>
                </a:solidFill>
              </a:defRPr>
            </a:pPr>
            <a:r>
              <a:t>Manages files and directories through a hierarchical file system structure</a:t>
            </a:r>
          </a:p>
        </p:txBody>
      </p:sp>
      <p:pic>
        <p:nvPicPr>
          <p:cNvPr id="4" name="Picture 3" descr="b3e3957ce63b4129a036e80925876e4d.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Operating System Basics: Process Management and Security</a:t>
            </a:r>
          </a:p>
        </p:txBody>
      </p:sp>
      <p:sp>
        <p:nvSpPr>
          <p:cNvPr id="3" name="Content Placeholder 2"/>
          <p:cNvSpPr>
            <a:spLocks noGrp="1"/>
          </p:cNvSpPr>
          <p:nvPr>
            <p:ph idx="1"/>
          </p:nvPr>
        </p:nvSpPr>
        <p:spPr/>
        <p:txBody>
          <a:bodyPr/>
          <a:lstStyle/>
          <a:p>
            <a:pPr>
              <a:defRPr sz="2000">
                <a:solidFill>
                  <a:srgbClr val="444444"/>
                </a:solidFill>
              </a:defRPr>
            </a:pPr>
            <a:r>
              <a:t>Process management involves creating and terminating processes efficiently</a:t>
            </a:r>
          </a:p>
          <a:p>
            <a:pPr>
              <a:defRPr sz="2000">
                <a:solidFill>
                  <a:srgbClr val="444444"/>
                </a:solidFill>
              </a:defRPr>
            </a:pPr>
            <a:r>
              <a:t>Threads are used to improve responsiveness and system utilization effectively</a:t>
            </a:r>
          </a:p>
          <a:p>
            <a:pPr>
              <a:defRPr sz="2000">
                <a:solidFill>
                  <a:srgbClr val="444444"/>
                </a:solidFill>
              </a:defRPr>
            </a:pPr>
            <a:r>
              <a:t>Synchronization techniques prevent data inconsistencies and errors</a:t>
            </a:r>
          </a:p>
          <a:p>
            <a:pPr>
              <a:defRPr sz="2000">
                <a:solidFill>
                  <a:srgbClr val="444444"/>
                </a:solidFill>
              </a:defRPr>
            </a:pPr>
            <a:r>
              <a:t>Deadlocks occur when processes compete for shared resources indefinitely</a:t>
            </a:r>
          </a:p>
          <a:p>
            <a:pPr>
              <a:defRPr sz="2000">
                <a:solidFill>
                  <a:srgbClr val="444444"/>
                </a:solidFill>
              </a:defRPr>
            </a:pPr>
            <a:r>
              <a:t>Memory management allocates and deallocates memory for running programs</a:t>
            </a:r>
          </a:p>
          <a:p>
            <a:pPr>
              <a:defRPr sz="2000">
                <a:solidFill>
                  <a:srgbClr val="444444"/>
                </a:solidFill>
              </a:defRPr>
            </a:pPr>
            <a:r>
              <a:t>Virtual memory enables running large programs on limited physical memory</a:t>
            </a:r>
          </a:p>
          <a:p>
            <a:pPr>
              <a:defRPr sz="2000">
                <a:solidFill>
                  <a:srgbClr val="444444"/>
                </a:solidFill>
              </a:defRPr>
            </a:pPr>
            <a:r>
              <a:t>File systems provide a hierarchical organization for storing data securely</a:t>
            </a:r>
          </a:p>
          <a:p>
            <a:pPr>
              <a:defRPr sz="2000">
                <a:solidFill>
                  <a:srgbClr val="444444"/>
                </a:solidFill>
              </a:defRPr>
            </a:pPr>
            <a:r>
              <a:t>Access control mechanisms enforce security and privacy policies strictly</a:t>
            </a:r>
          </a:p>
          <a:p>
            <a:pPr>
              <a:defRPr sz="2000">
                <a:solidFill>
                  <a:srgbClr val="444444"/>
                </a:solidFill>
              </a:defRPr>
            </a:pPr>
            <a:r>
              <a:t>User authentication verifies identities before granting system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