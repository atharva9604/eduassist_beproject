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Introduction to Operating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Functions of an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An operating system acts as an interface between the user and hardware.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manages system resources such as CPU, memory, and I/O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Examples of operating systems include Windows, Linux, and macOS.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Functions of an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controls execution of multiple programs.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allocates and deallocates RAM efficiently.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organizes and stores data securely.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