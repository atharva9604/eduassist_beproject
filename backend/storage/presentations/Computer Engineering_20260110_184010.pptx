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Concepts, Memory Management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to operating systems, this section will cover the fundamentals and overview of operating systems. We will discuss the key components and functions of an operating system, including process management and memory management. Operating systems play a crucial role in managing computer hardware and software resources, and providing a platform for running applications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 concepts of operating systems, including their functions, types, and characteristics. Operating systems play a crucial role in managing computer hardware and software resources. We will also discuss the importance of operating systems in modern computing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functions, types, and characteristics. Operating systems play a crucial role in managing computer hardware and software resources. We will also discuss the importance of operating systems in providing a platform for running applications and services.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Concepts, Memory Management Techniques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resources for optimal performance always</a:t>
            </a:r>
          </a:p>
          <a:p>
            <a:pPr>
              <a:defRPr sz="2000">
                <a:solidFill>
                  <a:srgbClr val="444444"/>
                </a:solidFill>
              </a:defRPr>
            </a:pPr>
            <a:r>
              <a:t>Handles user authentication and authorization securely always</a:t>
            </a:r>
          </a:p>
          <a:p>
            <a:pPr>
              <a:defRPr sz="2000">
                <a:solidFill>
                  <a:srgbClr val="444444"/>
                </a:solidFill>
              </a:defRPr>
            </a:pPr>
            <a:r>
              <a:t>Provides file system management for data storage always</a:t>
            </a:r>
          </a:p>
          <a:p>
            <a:pPr>
              <a:defRPr sz="2000">
                <a:solidFill>
                  <a:srgbClr val="444444"/>
                </a:solidFill>
              </a:defRPr>
            </a:pPr>
            <a:r>
              <a:t>Supports networking and communication protocols always</a:t>
            </a:r>
          </a:p>
          <a:p>
            <a:pPr>
              <a:defRPr sz="2000">
                <a:solidFill>
                  <a:srgbClr val="444444"/>
                </a:solidFill>
              </a:defRPr>
            </a:pPr>
            <a:r>
              <a:t>Ensures system security and stability always with updates</a:t>
            </a:r>
          </a:p>
          <a:p>
            <a:pPr>
              <a:defRPr sz="2000">
                <a:solidFill>
                  <a:srgbClr val="444444"/>
                </a:solidFill>
              </a:defRPr>
            </a:pPr>
            <a:r>
              <a:t>Manages process scheduling and synchronization always efficiently</a:t>
            </a:r>
          </a:p>
          <a:p>
            <a:pPr>
              <a:defRPr sz="2000">
                <a:solidFill>
                  <a:srgbClr val="444444"/>
                </a:solidFill>
              </a:defRPr>
            </a:pPr>
            <a:r>
              <a:t>Optimizes system performance and responsiveness always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application programs to execute smoothly</a:t>
            </a:r>
          </a:p>
          <a:p>
            <a:pPr>
              <a:defRPr sz="2000">
                <a:solidFill>
                  <a:srgbClr val="444444"/>
                </a:solidFill>
              </a:defRPr>
            </a:pPr>
            <a:r>
              <a:t>Controls input output and storage devices connected externally</a:t>
            </a:r>
          </a:p>
          <a:p>
            <a:pPr>
              <a:defRPr sz="2000">
                <a:solidFill>
                  <a:srgbClr val="444444"/>
                </a:solidFill>
              </a:defRPr>
            </a:pPr>
            <a:r>
              <a:t>Supports multitasking and multithreading operations simultaneously</a:t>
            </a:r>
          </a:p>
          <a:p>
            <a:pPr>
              <a:defRPr sz="2000">
                <a:solidFill>
                  <a:srgbClr val="444444"/>
                </a:solidFill>
              </a:defRPr>
            </a:pPr>
            <a:r>
              <a:t>Ensures security and authentication mechanisms are in place</a:t>
            </a:r>
          </a:p>
          <a:p>
            <a:pPr>
              <a:defRPr sz="2000">
                <a:solidFill>
                  <a:srgbClr val="444444"/>
                </a:solidFill>
              </a:defRPr>
            </a:pPr>
            <a:r>
              <a:t>Handles memory management and allocation tasks effectively</a:t>
            </a:r>
          </a:p>
          <a:p>
            <a:pPr>
              <a:defRPr sz="2000">
                <a:solidFill>
                  <a:srgbClr val="444444"/>
                </a:solidFill>
              </a:defRPr>
            </a:pPr>
            <a:r>
              <a:t>Coordinates process scheduling and synchronization perfectly</a:t>
            </a:r>
          </a:p>
          <a:p>
            <a:pPr>
              <a:defRPr sz="2000">
                <a:solidFill>
                  <a:srgbClr val="444444"/>
                </a:solidFill>
              </a:defRPr>
            </a:pPr>
            <a:r>
              <a:t>Provides a user interface for interaction and communication</a:t>
            </a:r>
          </a:p>
          <a:p>
            <a:pPr>
              <a:defRPr sz="2000">
                <a:solidFill>
                  <a:srgbClr val="444444"/>
                </a:solidFill>
              </a:defRPr>
            </a:pPr>
            <a:r>
              <a:t>Manages files and directories in a systematic manner always</a:t>
            </a:r>
          </a:p>
        </p:txBody>
      </p:sp>
      <p:pic>
        <p:nvPicPr>
          <p:cNvPr id="4" name="Picture 3" descr="aeec2923d4004911a083958b6fda4f5f_introduction_to_operating_systems_proces.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Introduction to Operating Systems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Handles file system and database management tasks</a:t>
            </a:r>
          </a:p>
          <a:p>
            <a:pPr>
              <a:defRPr sz="2000">
                <a:solidFill>
                  <a:srgbClr val="444444"/>
                </a:solidFill>
              </a:defRPr>
            </a:pPr>
            <a:r>
              <a:t>Supports networking and internet connectivity options</a:t>
            </a:r>
          </a:p>
          <a:p>
            <a:pPr>
              <a:defRPr sz="2000">
                <a:solidFill>
                  <a:srgbClr val="444444"/>
                </a:solidFill>
              </a:defRPr>
            </a:pPr>
            <a:r>
              <a:t>Ensures security and authentication protocols are implemented</a:t>
            </a:r>
          </a:p>
          <a:p>
            <a:pPr>
              <a:defRPr sz="2000">
                <a:solidFill>
                  <a:srgbClr val="444444"/>
                </a:solidFill>
              </a:defRPr>
            </a:pPr>
            <a:r>
              <a:t>Manages memory and CPU allocation for tasks</a:t>
            </a:r>
          </a:p>
          <a:p>
            <a:pPr>
              <a:defRPr sz="2000">
                <a:solidFill>
                  <a:srgbClr val="444444"/>
                </a:solidFill>
              </a:defRPr>
            </a:pPr>
            <a:r>
              <a:t>Provides user interface and experience for interactions</a:t>
            </a:r>
          </a:p>
          <a:p>
            <a:pPr>
              <a:defRPr sz="2000">
                <a:solidFill>
                  <a:srgbClr val="444444"/>
                </a:solidFill>
              </a:defRPr>
            </a:pPr>
            <a:r>
              <a:t>Optimizes system performance and responsiveness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