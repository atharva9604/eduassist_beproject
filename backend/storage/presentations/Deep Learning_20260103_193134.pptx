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their applications in natural language processing. Provide examples of how RNNs are used in speech recognition and language translation. Discuss the challenges of training RNNs, such as vanishing or exploding gradients, and introduce the concept of Long Short-Term Memory networks as a solution. Ask students to consider how RNNs can be applied to real-world problems, such as sentiment analysis or time series forecasting. Key takeaways include understanding the basic RNN architecture and the importance of RNNs in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their applications in speech and text analysis. Explain the basic architecture of RNNs and the challenges they face, such as the vanishing gradient problem. Discuss how LSTMs address this issue and provide examples of RNNs in action, such as language translation and chatbots. Ask students to consider how RNNs can be used in real-world scenarios and what limitations they may face. Key takeaways should include the importance of RNNs in deep learning and their potential applications in various fields.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their unique ability to handle sequential data and their applications in speech recognition and NLP. Provide examples of how RNNs learn from experience, such as language translation. Discuss the basic RNN architecture, highlighting the role of the hidden layer in retaining information. Mention the challenges of training RNNs, including vanishing gradients, and introduce the concept of more complex variants like LSTM. Ask students to consider scenarios where RNNs would be particularly useful, such as analyzing time series data or predicting future events in a sequence.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and function. Give examples of its applications in image recognition, speech recognition, and natural language processing. Discuss the importance of large datasets and computational resources. Ask students if they've heard of any deep learning applications, such as self-driving cars or virtual assistants. Key takeaways include understanding the basics of deep learning and its potential to revolutionize many industries.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key area of machine learning, inspired by the brain's structure. Give examples of its applications, such as image recognition in self-driving cars or speech recognition in virtual assistants. Emphasize the need for large datasets and computational power. Ask students if they've encountered any deep learning applications in their daily lives and what they think are the most exciting potential uses. Key takeaways should include understanding the basic concept of deep learning and its potential to automate complex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and function. Provide examples of how deep learning is used in real-world applications, such as image recognition and natural language processing. Ask students to consider how deep learning can be used to solve complex problems in their own fields of interest. Emphasize the importance of computational resources and large datasets in training deep learning models. Encourage students to think critically about the potential benefits and limitations of deep learning in various industries, such as healthcare and finance.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allowing information recall</a:t>
            </a:r>
          </a:p>
          <a:p>
            <a:pPr>
              <a:defRPr sz="2000">
                <a:solidFill>
                  <a:srgbClr val="444444"/>
                </a:solidFill>
              </a:defRPr>
            </a:pPr>
            <a:r>
              <a:t>Used for speech recognition, language translation, and text analysis</a:t>
            </a:r>
          </a:p>
          <a:p>
            <a:pPr>
              <a:defRPr sz="2000">
                <a:solidFill>
                  <a:srgbClr val="444444"/>
                </a:solidFill>
              </a:defRPr>
            </a:pPr>
            <a:r>
              <a:t>RNNs can learn from experience, adapting to new data</a:t>
            </a:r>
          </a:p>
          <a:p>
            <a:pPr>
              <a:defRPr sz="2000">
                <a:solidFill>
                  <a:srgbClr val="444444"/>
                </a:solidFill>
              </a:defRPr>
            </a:pPr>
            <a:r>
              <a:t>Basic RNN architecture includes input, hidden, and output layers</a:t>
            </a:r>
          </a:p>
          <a:p>
            <a:pPr>
              <a:defRPr sz="2000">
                <a:solidFill>
                  <a:srgbClr val="444444"/>
                </a:solidFill>
              </a:defRPr>
            </a:pPr>
            <a:r>
              <a:t>Training RNNs involves backpropagation through time</a:t>
            </a:r>
          </a:p>
          <a:p>
            <a:pPr>
              <a:defRPr sz="2000">
                <a:solidFill>
                  <a:srgbClr val="444444"/>
                </a:solidFill>
              </a:defRPr>
            </a:pPr>
            <a:r>
              <a:t>RNNs can suffer from vanishing or exploding gradients</a:t>
            </a:r>
          </a:p>
          <a:p>
            <a:pPr>
              <a:defRPr sz="2000">
                <a:solidFill>
                  <a:srgbClr val="444444"/>
                </a:solidFill>
              </a:defRPr>
            </a:pPr>
            <a:r>
              <a:t>Long Short-Term Memory networks mitigate these issues</a:t>
            </a:r>
          </a:p>
          <a:p>
            <a:pPr>
              <a:defRPr sz="2000">
                <a:solidFill>
                  <a:srgbClr val="444444"/>
                </a:solidFill>
              </a:defRPr>
            </a:pPr>
            <a:r>
              <a:t>RNNs are a fundamental component of deep learning models</a:t>
            </a:r>
          </a:p>
          <a:p>
            <a:pPr>
              <a:defRPr sz="2000">
                <a:solidFill>
                  <a:srgbClr val="444444"/>
                </a:solidFill>
              </a:defRPr>
            </a:pPr>
            <a:r>
              <a:t>Applications include sentiment analysis, chatbots, and time series forecasting</a:t>
            </a:r>
          </a:p>
        </p:txBody>
      </p:sp>
      <p:pic>
        <p:nvPicPr>
          <p:cNvPr id="4" name="Picture 3" descr="2308ece7b3434fc8b8d1378186ad6773_rnns_deep_learning_deep_learning_archite.jpg"/>
          <p:cNvPicPr>
            <a:picLocks noChangeAspect="1"/>
          </p:cNvPicPr>
          <p:nvPr/>
        </p:nvPicPr>
        <p:blipFill>
          <a:blip r:embed="rId2"/>
          <a:stretch>
            <a:fillRect/>
          </a:stretch>
        </p:blipFill>
        <p:spPr>
          <a:xfrm>
            <a:off x="7315200" y="1828800"/>
            <a:ext cx="4114800" cy="25755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Useful for speech, text, and time series analysis</a:t>
            </a:r>
          </a:p>
          <a:p>
            <a:pPr>
              <a:defRPr sz="2000">
                <a:solidFill>
                  <a:srgbClr val="444444"/>
                </a:solidFill>
              </a:defRPr>
            </a:pPr>
            <a:r>
              <a:t>Basic RNNs suffer from vanishing gradient problem</a:t>
            </a:r>
          </a:p>
          <a:p>
            <a:pPr>
              <a:defRPr sz="2000">
                <a:solidFill>
                  <a:srgbClr val="444444"/>
                </a:solidFill>
              </a:defRPr>
            </a:pPr>
            <a:r>
              <a:t>Long Short-Term Memory networks mitigate this issue</a:t>
            </a:r>
          </a:p>
          <a:p>
            <a:pPr>
              <a:defRPr sz="2000">
                <a:solidFill>
                  <a:srgbClr val="444444"/>
                </a:solidFill>
              </a:defRPr>
            </a:pPr>
            <a:r>
              <a:t>RNNs can be trained using backpropagation through time</a:t>
            </a:r>
          </a:p>
          <a:p>
            <a:pPr>
              <a:defRPr sz="2000">
                <a:solidFill>
                  <a:srgbClr val="444444"/>
                </a:solidFill>
              </a:defRPr>
            </a:pPr>
            <a:r>
              <a:t>Training RNNs can be computationally expensive</a:t>
            </a:r>
          </a:p>
          <a:p>
            <a:pPr>
              <a:defRPr sz="2000">
                <a:solidFill>
                  <a:srgbClr val="444444"/>
                </a:solidFill>
              </a:defRPr>
            </a:pPr>
            <a:r>
              <a:t>RNNs are widely used in natural language processing</a:t>
            </a:r>
          </a:p>
          <a:p>
            <a:pPr>
              <a:defRPr sz="2000">
                <a:solidFill>
                  <a:srgbClr val="444444"/>
                </a:solidFill>
              </a:defRPr>
            </a:pPr>
            <a:r>
              <a:t>Example applications include language translation and chatbots</a:t>
            </a:r>
          </a:p>
        </p:txBody>
      </p:sp>
      <p:pic>
        <p:nvPicPr>
          <p:cNvPr id="4" name="Picture 3" descr="708e5134b8314dc7b4517a68c1cb1367.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natural language processing</a:t>
            </a:r>
          </a:p>
          <a:p>
            <a:pPr>
              <a:defRPr sz="2000">
                <a:solidFill>
                  <a:srgbClr val="444444"/>
                </a:solidFill>
              </a:defRPr>
            </a:pPr>
            <a:r>
              <a:t>Can learn from experience and improve over time</a:t>
            </a:r>
          </a:p>
          <a:p>
            <a:pPr>
              <a:defRPr sz="2000">
                <a:solidFill>
                  <a:srgbClr val="444444"/>
                </a:solidFill>
              </a:defRPr>
            </a:pPr>
            <a:r>
              <a:t>Basic RNN architecture has input, hidden, and output layers</a:t>
            </a:r>
          </a:p>
          <a:p>
            <a:pPr>
              <a:defRPr sz="2000">
                <a:solidFill>
                  <a:srgbClr val="444444"/>
                </a:solidFill>
              </a:defRPr>
            </a:pPr>
            <a:r>
              <a:t>Hidden layer retains information from previous steps</a:t>
            </a:r>
          </a:p>
          <a:p>
            <a:pPr>
              <a:defRPr sz="2000">
                <a:solidFill>
                  <a:srgbClr val="444444"/>
                </a:solidFill>
              </a:defRPr>
            </a:pPr>
            <a:r>
              <a:t>RNNs can be trained using backpropagation through time</a:t>
            </a:r>
          </a:p>
          <a:p>
            <a:pPr>
              <a:defRPr sz="2000">
                <a:solidFill>
                  <a:srgbClr val="444444"/>
                </a:solidFill>
              </a:defRPr>
            </a:pPr>
            <a:r>
              <a:t>Vanishing gradients affect RNN training and performance</a:t>
            </a:r>
          </a:p>
          <a:p>
            <a:pPr>
              <a:defRPr sz="2000">
                <a:solidFill>
                  <a:srgbClr val="444444"/>
                </a:solidFill>
              </a:defRPr>
            </a:pPr>
            <a:r>
              <a:t>Simple RNNs are basis for more complex variants like LSTM</a:t>
            </a:r>
          </a:p>
          <a:p>
            <a:pPr>
              <a:defRPr sz="2000">
                <a:solidFill>
                  <a:srgbClr val="444444"/>
                </a:solidFill>
              </a:defRPr>
            </a:pPr>
            <a:r>
              <a:t>RNNs are essential for sequential data analysis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Has many applications in image recognition and speech</a:t>
            </a:r>
          </a:p>
          <a:p>
            <a:pPr>
              <a:defRPr sz="2000">
                <a:solidFill>
                  <a:srgbClr val="444444"/>
                </a:solidFill>
              </a:defRPr>
            </a:pPr>
            <a:r>
              <a:t>Can be used for natural language processing tasks</a:t>
            </a:r>
          </a:p>
          <a:p>
            <a:pPr>
              <a:defRPr sz="2000">
                <a:solidFill>
                  <a:srgbClr val="444444"/>
                </a:solidFill>
              </a:defRPr>
            </a:pPr>
            <a:r>
              <a:t>Includes techniques like convolutional neural networks</a:t>
            </a:r>
          </a:p>
          <a:p>
            <a:pPr>
              <a:defRPr sz="2000">
                <a:solidFill>
                  <a:srgbClr val="444444"/>
                </a:solidFill>
              </a:defRPr>
            </a:pPr>
            <a:r>
              <a:t>And recurrent neural networks for sequential data</a:t>
            </a:r>
          </a:p>
          <a:p>
            <a:pPr>
              <a:defRPr sz="2000">
                <a:solidFill>
                  <a:srgbClr val="444444"/>
                </a:solidFill>
              </a:defRPr>
            </a:pPr>
            <a:r>
              <a:t>Requires significant computational resources and data</a:t>
            </a:r>
          </a:p>
          <a:p>
            <a:pPr>
              <a:defRPr sz="2000">
                <a:solidFill>
                  <a:srgbClr val="444444"/>
                </a:solidFill>
              </a:defRPr>
            </a:pPr>
            <a:r>
              <a:t>Has achieved state-of-the-art results in many fields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Includes techniques like convolution and pooling</a:t>
            </a:r>
          </a:p>
          <a:p>
            <a:pPr>
              <a:defRPr sz="2000">
                <a:solidFill>
                  <a:srgbClr val="444444"/>
                </a:solidFill>
              </a:defRPr>
            </a:pPr>
            <a:r>
              <a:t>Enables applications like image recognition and speech</a:t>
            </a:r>
          </a:p>
          <a:p>
            <a:pPr>
              <a:defRPr sz="2000">
                <a:solidFill>
                  <a:srgbClr val="444444"/>
                </a:solidFill>
              </a:defRPr>
            </a:pPr>
            <a:r>
              <a:t>Requires significant computational resources and data</a:t>
            </a:r>
          </a:p>
          <a:p>
            <a:pPr>
              <a:defRPr sz="2000">
                <a:solidFill>
                  <a:srgbClr val="444444"/>
                </a:solidFill>
              </a:defRPr>
            </a:pPr>
            <a:r>
              <a:t>Has many applications in industry and research fields</a:t>
            </a:r>
          </a:p>
          <a:p>
            <a:pPr>
              <a:defRPr sz="2000">
                <a:solidFill>
                  <a:srgbClr val="444444"/>
                </a:solidFill>
              </a:defRPr>
            </a:pPr>
            <a:r>
              <a:t>Includes variants like CNN, RNN, and LSTM networks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Enables computers to perform complex tasks</a:t>
            </a:r>
          </a:p>
          <a:p>
            <a:pPr>
              <a:defRPr sz="2000">
                <a:solidFill>
                  <a:srgbClr val="444444"/>
                </a:solidFill>
              </a:defRPr>
            </a:pPr>
            <a:r>
              <a:t>Such as image recognition and natural language processing</a:t>
            </a:r>
          </a:p>
          <a:p>
            <a:pPr>
              <a:defRPr sz="2000">
                <a:solidFill>
                  <a:srgbClr val="444444"/>
                </a:solidFill>
              </a:defRPr>
            </a:pPr>
            <a:r>
              <a:t>Requires significant computational resources and data</a:t>
            </a:r>
          </a:p>
          <a:p>
            <a:pPr>
              <a:defRPr sz="2000">
                <a:solidFill>
                  <a:srgbClr val="444444"/>
                </a:solidFill>
              </a:defRPr>
            </a:pPr>
            <a:r>
              <a:t>Has many applications in industries like healthcare and finance</a:t>
            </a:r>
          </a:p>
          <a:p>
            <a:pPr>
              <a:defRPr sz="2000">
                <a:solidFill>
                  <a:srgbClr val="444444"/>
                </a:solidFill>
              </a:defRPr>
            </a:pPr>
            <a:r>
              <a:t>Can be used for both supervised and unsupervised learning</a:t>
            </a:r>
          </a:p>
          <a:p>
            <a:pPr>
              <a:defRPr sz="2000">
                <a:solidFill>
                  <a:srgbClr val="444444"/>
                </a:solidFill>
              </a:defRPr>
            </a:pPr>
            <a:r>
              <a:t>Is a key technology behind many AI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