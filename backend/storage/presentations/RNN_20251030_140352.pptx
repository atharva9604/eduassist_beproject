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You expert teacher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You are an expert teacher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Your task is to generate a complete, educational PowerPoint presentation for the topic: 'RNN', subject: 'General', module: 'N/A'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- You must use your own knowledge to create detailed, classroom-style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- content below (if 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- The content below (if present) is syllabus reference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Use it only to guide you or check for alignment, but DO NOT simply copy wording or bullet points verbatim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- If syllabus content isn't available, rely on your own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- Always explain, elaborate, and create clear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- Always explain, elaborate, and create clear slide points for a teacher to present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Syllabus (for reference): [Page 11] 5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1 Sequence Learning Problem, Unfolding Computational graphs, Recurrent Neural Network, Bidirectional RNN, Backpropagation Through Time (BTT), Limitation of “ vanilla RNN” Vanishing and Exploding Gradients, Truncated BTT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2 Long Short Term Memory(LSTM): Selective Read, Selective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2 Long Short Term Memory(LSTM): Selective Read, Selective write, Selective Forget, Gated Recurrent Unit (GRU) 6 Recent Trends and Applications 4 6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1 Generative Adversarial Network (GAN): Architecture 6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2 Applications: Image Generation, DeepFake Total 39 Textbooks: 1 Ian Goodfellow, Yoshua Bengio, Aaron Courville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―Deep Learningǁ, MIT Press Ltd, 2016 2 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―Deep Learningǁ, MIT Press Ltd, 2016 2 Li Deng and Dong Yu, ―Deep Learning Methods and Applicationsǁ, Publishers Inc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3 Satish Kumar "Neural Networks A Classroom Approach" Tata McGraw-Hill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4 JM Zurada ―Introduction to Artiﬁcial Neural Systemsǁ, Jaico Publishing House 5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J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Kochenderfer, Tim A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Wheeler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You are an expert teacher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- The content below (if present) is syllabus reference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- Always explain, elaborate, and create clear slide points for a teacher to p...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2 Long Short Term Memory(LSTM): Selective Read, Selective write, Selective Fo...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―Deep Learningǁ, MIT Press Ltd, 2016 2 Li Deng and Dong Yu, ―Deep Learning Me...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