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Database Management Systems presentation covering multiple topics. Today we'll explore: Indexing and Hashing, Introduction to Indexing and Hashing, Need for Indexing in Databases, Types of Indexing Techniques, Hashing Methods in DBMS, Applications and Advantages.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and hashing, explain how these concepts enhance database performance. Provide examples of B-tree indexing and hash tables, and discuss their applications in databases. Ask students how indexing and hashing can improve query performance and data retrieval efficiency. Key takeaways include understanding the differences between indexing and hashing, and recognizing their importance in database management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and hashing, explain how these concepts improve data retrieval and storage efficiency in databases. Provide examples of real-world applications, such as database query systems and big data analytics. Discuss the key differences between indexing and hashing, and ask students to consider scenarios where each technique is more suitable. Emphasize the importance of query optimization and execution, and highlight the role of indexing and hashing in these processes. Encourage students to think critically about the trade-offs between indexing and hashing, and how they can be used together to achieve optimal database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and hashing, emphasize their roles in enhancing database performance. Explain how indexing facilitates quicker query execution and how hashing enables rapid data access. Provide examples of indexing in relational databases, such as SQL, and hashing in NoSQL databases. Discuss the trade-offs between indexing and hashing, including storage overhead and update complexity. Ask students to consider scenarios where indexing or hashing would be more appropriate, and have them think about how these concepts apply to real-world database applications. Key takeaways include understanding the basics of indexing and hashing, recognizing their applications in database management systems, and being able to analyze their benefits and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and hashing, explain that these concepts are crucial for efficient data management in database systems. Provide examples of how indexing improves query performance and how hashing enables fast data lookup. Discuss the trade-offs between indexing and hashing, such as storage overhead and query optimization. Ask students to consider scenarios where indexing or hashing would be more appropriate, and have them think about how these concepts are applied in real-world systems like Google search. Key takeaways include understanding the basics of indexing and hashing, their applications, and their importance in database management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fundamentals of indexing and hashing, emphasize how these techniques enhance database performance. Provide examples of B-tree indexing and hash tables, and discuss how they support efficient query execution. Ask students to consider scenarios where indexing and hashing are particularly useful, such as in large-scale databases. Key takeaways include understanding the trade-offs between indexing and hashing, and recognizing the importance of collision resolution in hashing applications.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Database Management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Indexing and Hashing, Introduction to Indexing and Hashing, Need for Indexing in Databases, Types of Indexing Techniques, Hashing Methods in DBMS, Applications and Advantages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and Hashing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Hashing enables efficient data retrieval and storage</a:t>
            </a:r>
          </a:p>
          <a:p>
            <a:pPr>
              <a:defRPr sz="2000">
                <a:solidFill>
                  <a:srgbClr val="444444"/>
                </a:solidFill>
              </a:defRPr>
            </a:pPr>
            <a:r>
              <a:t>Indexing supports fast data sorting and searching</a:t>
            </a:r>
          </a:p>
          <a:p>
            <a:pPr>
              <a:defRPr sz="2000">
                <a:solidFill>
                  <a:srgbClr val="444444"/>
                </a:solidFill>
              </a:defRPr>
            </a:pPr>
            <a:r>
              <a:t>Hash tables store key-value pairs for quick access</a:t>
            </a:r>
          </a:p>
          <a:p>
            <a:pPr>
              <a:defRPr sz="2000">
                <a:solidFill>
                  <a:srgbClr val="444444"/>
                </a:solidFill>
              </a:defRPr>
            </a:pPr>
            <a:r>
              <a:t>B-tree indexing is commonly used in databases</a:t>
            </a:r>
          </a:p>
          <a:p>
            <a:pPr>
              <a:defRPr sz="2000">
                <a:solidFill>
                  <a:srgbClr val="444444"/>
                </a:solidFill>
              </a:defRPr>
            </a:pPr>
            <a:r>
              <a:t>Hash functions map keys to specific locations</a:t>
            </a:r>
          </a:p>
          <a:p>
            <a:pPr>
              <a:defRPr sz="2000">
                <a:solidFill>
                  <a:srgbClr val="444444"/>
                </a:solidFill>
              </a:defRPr>
            </a:pPr>
            <a:r>
              <a:t>Indexing reduces disk I/O operations significantly</a:t>
            </a:r>
          </a:p>
          <a:p>
            <a:pPr>
              <a:defRPr sz="2000">
                <a:solidFill>
                  <a:srgbClr val="444444"/>
                </a:solidFill>
              </a:defRPr>
            </a:pPr>
            <a:r>
              <a:t>Hashing is used in data compression and encryption</a:t>
            </a:r>
          </a:p>
          <a:p>
            <a:pPr>
              <a:defRPr sz="2000">
                <a:solidFill>
                  <a:srgbClr val="444444"/>
                </a:solidFill>
              </a:defRPr>
            </a:pPr>
            <a:r>
              <a:t>Database indexing types include clustered and non-clustered</a:t>
            </a:r>
          </a:p>
          <a:p>
            <a:pPr>
              <a:defRPr sz="2000">
                <a:solidFill>
                  <a:srgbClr val="444444"/>
                </a:solidFill>
              </a:defRPr>
            </a:pPr>
            <a:r>
              <a:t>Hashing applications include caching and data deduplication</a:t>
            </a:r>
          </a:p>
        </p:txBody>
      </p:sp>
      <p:pic>
        <p:nvPicPr>
          <p:cNvPr id="4" name="Picture 3" descr="0ae2aa1e37b84acb98745ee30b6af5a6_indexing_and_hashing_introduction_to_ind.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and Hashing - Introduction</a:t>
            </a:r>
          </a:p>
        </p:txBody>
      </p:sp>
      <p:sp>
        <p:nvSpPr>
          <p:cNvPr id="3" name="Content Placeholder 2"/>
          <p:cNvSpPr>
            <a:spLocks noGrp="1"/>
          </p:cNvSpPr>
          <p:nvPr>
            <p:ph idx="1"/>
          </p:nvPr>
        </p:nvSpPr>
        <p:spPr/>
        <p:txBody>
          <a:bodyPr/>
          <a:lstStyle/>
          <a:p>
            <a:pPr>
              <a:defRPr sz="2000">
                <a:solidFill>
                  <a:srgbClr val="444444"/>
                </a:solidFill>
              </a:defRPr>
            </a:pPr>
            <a:r>
              <a:t>Indexing enhances data retrieval efficiency in databases</a:t>
            </a:r>
          </a:p>
          <a:p>
            <a:pPr>
              <a:defRPr sz="2000">
                <a:solidFill>
                  <a:srgbClr val="444444"/>
                </a:solidFill>
              </a:defRPr>
            </a:pPr>
            <a:r>
              <a:t>Hashing enables fast lookup and storage of data</a:t>
            </a:r>
          </a:p>
          <a:p>
            <a:pPr>
              <a:defRPr sz="2000">
                <a:solidFill>
                  <a:srgbClr val="444444"/>
                </a:solidFill>
              </a:defRPr>
            </a:pPr>
            <a:r>
              <a:t>Indexing uses data structures like B-trees and hash tables</a:t>
            </a:r>
          </a:p>
          <a:p>
            <a:pPr>
              <a:defRPr sz="2000">
                <a:solidFill>
                  <a:srgbClr val="444444"/>
                </a:solidFill>
              </a:defRPr>
            </a:pPr>
            <a:r>
              <a:t>Hashing uses algorithms like division and multiplication</a:t>
            </a:r>
          </a:p>
          <a:p>
            <a:pPr>
              <a:defRPr sz="2000">
                <a:solidFill>
                  <a:srgbClr val="444444"/>
                </a:solidFill>
              </a:defRPr>
            </a:pPr>
            <a:r>
              <a:t>Indexing supports query optimization and execution</a:t>
            </a:r>
          </a:p>
          <a:p>
            <a:pPr>
              <a:defRPr sz="2000">
                <a:solidFill>
                  <a:srgbClr val="444444"/>
                </a:solidFill>
              </a:defRPr>
            </a:pPr>
            <a:r>
              <a:t>Hashing supports data encryption and security</a:t>
            </a:r>
          </a:p>
          <a:p>
            <a:pPr>
              <a:defRPr sz="2000">
                <a:solidFill>
                  <a:srgbClr val="444444"/>
                </a:solidFill>
              </a:defRPr>
            </a:pPr>
            <a:r>
              <a:t>Database indexing improves query performance greatly</a:t>
            </a:r>
          </a:p>
          <a:p>
            <a:pPr>
              <a:defRPr sz="2000">
                <a:solidFill>
                  <a:srgbClr val="444444"/>
                </a:solidFill>
              </a:defRPr>
            </a:pPr>
            <a:r>
              <a:t>Hashing is used in database query optimization techniques</a:t>
            </a:r>
          </a:p>
          <a:p>
            <a:pPr>
              <a:defRPr sz="2000">
                <a:solidFill>
                  <a:srgbClr val="444444"/>
                </a:solidFill>
              </a:defRPr>
            </a:pPr>
            <a:r>
              <a:t>Indexing and hashing are crucial in big data analytics</a:t>
            </a:r>
          </a:p>
          <a:p>
            <a:pPr>
              <a:defRPr sz="2000">
                <a:solidFill>
                  <a:srgbClr val="444444"/>
                </a:solidFill>
              </a:defRPr>
            </a:pPr>
            <a:r>
              <a:t>Real-world applications include database query systems</a:t>
            </a:r>
          </a:p>
        </p:txBody>
      </p:sp>
      <p:pic>
        <p:nvPicPr>
          <p:cNvPr id="4" name="Picture 3" descr="01a6db99434148b2b5cacd4da772cb75_indexing_and_hashing_introduction_to_ind.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and Hashing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Hashing enables fast data retrieval and storage</a:t>
            </a:r>
          </a:p>
          <a:p>
            <a:pPr>
              <a:defRPr sz="2000">
                <a:solidFill>
                  <a:srgbClr val="444444"/>
                </a:solidFill>
              </a:defRPr>
            </a:pPr>
            <a:r>
              <a:t>Indexing uses data structures like B-trees</a:t>
            </a:r>
          </a:p>
          <a:p>
            <a:pPr>
              <a:defRPr sz="2000">
                <a:solidFill>
                  <a:srgbClr val="444444"/>
                </a:solidFill>
              </a:defRPr>
            </a:pPr>
            <a:r>
              <a:t>Hashing uses functions to map keys to values</a:t>
            </a:r>
          </a:p>
          <a:p>
            <a:pPr>
              <a:defRPr sz="2000">
                <a:solidFill>
                  <a:srgbClr val="444444"/>
                </a:solidFill>
              </a:defRPr>
            </a:pPr>
            <a:r>
              <a:t>Secondary indexes support efficient data retrieval</a:t>
            </a:r>
          </a:p>
          <a:p>
            <a:pPr>
              <a:defRPr sz="2000">
                <a:solidFill>
                  <a:srgbClr val="444444"/>
                </a:solidFill>
              </a:defRPr>
            </a:pPr>
            <a:r>
              <a:t>Primary indexes uniquely identify each record</a:t>
            </a:r>
          </a:p>
          <a:p>
            <a:pPr>
              <a:defRPr sz="2000">
                <a:solidFill>
                  <a:srgbClr val="444444"/>
                </a:solidFill>
              </a:defRPr>
            </a:pPr>
            <a:r>
              <a:t>Composite indexes combine multiple columns</a:t>
            </a:r>
          </a:p>
          <a:p>
            <a:pPr>
              <a:defRPr sz="2000">
                <a:solidFill>
                  <a:srgbClr val="444444"/>
                </a:solidFill>
              </a:defRPr>
            </a:pPr>
            <a:r>
              <a:t>Indexing reduces data retrieval time complexity</a:t>
            </a:r>
          </a:p>
          <a:p>
            <a:pPr>
              <a:defRPr sz="2000">
                <a:solidFill>
                  <a:srgbClr val="444444"/>
                </a:solidFill>
              </a:defRPr>
            </a:pPr>
            <a:r>
              <a:t>Hashing is used in database query optimization</a:t>
            </a:r>
          </a:p>
          <a:p>
            <a:pPr>
              <a:defRPr sz="2000">
                <a:solidFill>
                  <a:srgbClr val="444444"/>
                </a:solidFill>
              </a:defRPr>
            </a:pPr>
            <a:r>
              <a:t>Examples include SQL and NoSQL databases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Indexing and Hashing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data retrieval efficiency in databases</a:t>
            </a:r>
          </a:p>
          <a:p>
            <a:pPr>
              <a:defRPr sz="2000">
                <a:solidFill>
                  <a:srgbClr val="444444"/>
                </a:solidFill>
              </a:defRPr>
            </a:pPr>
            <a:r>
              <a:t>Hashing enables fast data lookup and storage</a:t>
            </a:r>
          </a:p>
          <a:p>
            <a:pPr>
              <a:defRPr sz="2000">
                <a:solidFill>
                  <a:srgbClr val="444444"/>
                </a:solidFill>
              </a:defRPr>
            </a:pPr>
            <a:r>
              <a:t>Indexing and hashing are fundamental database concepts</a:t>
            </a:r>
          </a:p>
          <a:p>
            <a:pPr>
              <a:defRPr sz="2000">
                <a:solidFill>
                  <a:srgbClr val="444444"/>
                </a:solidFill>
              </a:defRPr>
            </a:pPr>
            <a:r>
              <a:t>Database indexing uses data structures like B-trees</a:t>
            </a:r>
          </a:p>
          <a:p>
            <a:pPr>
              <a:defRPr sz="2000">
                <a:solidFill>
                  <a:srgbClr val="444444"/>
                </a:solidFill>
              </a:defRPr>
            </a:pPr>
            <a:r>
              <a:t>Hashing uses functions to map keys to indices</a:t>
            </a:r>
          </a:p>
          <a:p>
            <a:pPr>
              <a:defRPr sz="2000">
                <a:solidFill>
                  <a:srgbClr val="444444"/>
                </a:solidFill>
              </a:defRPr>
            </a:pPr>
            <a:r>
              <a:t>Indexing supports query optimization and execution</a:t>
            </a:r>
          </a:p>
          <a:p>
            <a:pPr>
              <a:defRPr sz="2000">
                <a:solidFill>
                  <a:srgbClr val="444444"/>
                </a:solidFill>
              </a:defRPr>
            </a:pPr>
            <a:r>
              <a:t>Hashing supports fast data insertion and deletion</a:t>
            </a:r>
          </a:p>
          <a:p>
            <a:pPr>
              <a:defRPr sz="2000">
                <a:solidFill>
                  <a:srgbClr val="444444"/>
                </a:solidFill>
              </a:defRPr>
            </a:pPr>
            <a:r>
              <a:t>Both indexing and hashing enhance data management</a:t>
            </a:r>
          </a:p>
          <a:p>
            <a:pPr>
              <a:defRPr sz="2000">
                <a:solidFill>
                  <a:srgbClr val="444444"/>
                </a:solidFill>
              </a:defRPr>
            </a:pPr>
            <a:r>
              <a:t>Real-world applications include database query optimization</a:t>
            </a:r>
          </a:p>
          <a:p>
            <a:pPr>
              <a:defRPr sz="2000">
                <a:solidFill>
                  <a:srgbClr val="444444"/>
                </a:solidFill>
              </a:defRPr>
            </a:pPr>
            <a:r>
              <a:t>Examples include Google search and database query systems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Indexing and Hashing - Fundamentals</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Hashing enables fast data retrieval and storage</a:t>
            </a:r>
          </a:p>
          <a:p>
            <a:pPr>
              <a:defRPr sz="2000">
                <a:solidFill>
                  <a:srgbClr val="444444"/>
                </a:solidFill>
              </a:defRPr>
            </a:pPr>
            <a:r>
              <a:t>Indexing uses data structures for efficient search</a:t>
            </a:r>
          </a:p>
          <a:p>
            <a:pPr>
              <a:defRPr sz="2000">
                <a:solidFill>
                  <a:srgbClr val="444444"/>
                </a:solidFill>
              </a:defRPr>
            </a:pPr>
            <a:r>
              <a:t>Hash functions map keys to specific locations</a:t>
            </a:r>
          </a:p>
          <a:p>
            <a:pPr>
              <a:defRPr sz="2000">
                <a:solidFill>
                  <a:srgbClr val="444444"/>
                </a:solidFill>
              </a:defRPr>
            </a:pPr>
            <a:r>
              <a:t>B-tree indexing supports range queries efficiently</a:t>
            </a:r>
          </a:p>
          <a:p>
            <a:pPr>
              <a:defRPr sz="2000">
                <a:solidFill>
                  <a:srgbClr val="444444"/>
                </a:solidFill>
              </a:defRPr>
            </a:pPr>
            <a:r>
              <a:t>Hash tables store key-value pairs for fast lookup</a:t>
            </a:r>
          </a:p>
          <a:p>
            <a:pPr>
              <a:defRPr sz="2000">
                <a:solidFill>
                  <a:srgbClr val="444444"/>
                </a:solidFill>
              </a:defRPr>
            </a:pPr>
            <a:r>
              <a:t>Indexing reduces disk I/O operations significantly</a:t>
            </a:r>
          </a:p>
          <a:p>
            <a:pPr>
              <a:defRPr sz="2000">
                <a:solidFill>
                  <a:srgbClr val="444444"/>
                </a:solidFill>
              </a:defRPr>
            </a:pPr>
            <a:r>
              <a:t>Hashing collisions occur when keys map to same location</a:t>
            </a:r>
          </a:p>
          <a:p>
            <a:pPr>
              <a:defRPr sz="2000">
                <a:solidFill>
                  <a:srgbClr val="444444"/>
                </a:solidFill>
              </a:defRPr>
            </a:pPr>
            <a:r>
              <a:t>Collision resolution techniques are necessary</a:t>
            </a:r>
          </a:p>
          <a:p>
            <a:pPr>
              <a:defRPr sz="2000">
                <a:solidFill>
                  <a:srgbClr val="444444"/>
                </a:solidFill>
              </a:defRPr>
            </a:pPr>
            <a:r>
              <a:t>Indexing and hashing optimize database queries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