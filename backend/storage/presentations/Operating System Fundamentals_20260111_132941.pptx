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Process Management Concepts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acts as an intermediary between user and computer hardware for better performance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Primary goal of OS is to provide a platform for running applications smoothly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layer of abstraction for hardware and software components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manages memory allocation and deallocation for running programs and services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features are implemented in OS to protect data and user information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support multitasking and multithreading for increased productivity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management is a critical function of operating systems for hardware interaction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File system management is a key component of operating systems for data storage</a:t>
            </a:r>
          </a:p>
        </p:txBody>
      </p:sp>
      <p:pic>
        <p:nvPicPr>
          <p:cNvPr id="4" name="Picture 3" descr="f17fcb009dec4046b566cac45b7081b5_imag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Paging technique divides memory into fixed-size blocks for efficient allocation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method divides memory into variable-size blocks for organization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uses secondary storage to supplement main memory capacity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technique involves exchanging pages between main and secondary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 unusable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compaction technique rearranges memory to eliminate fragmentation and holes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First-In-First-Out replacement algorithm replaces oldest pages in memory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Least Recently Used replacement algorithm replaces least recently accessed pages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Priority-based replacement algorithm replaces pages based on priority levels assigned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