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Computer Engineering presentation covering multiple topics. Today we'll explore: Create a 3-slide PPT on Operating System Fundamentals., Subject: Computer Engineering, Slide instructions:, Slide 1:, Title: Introduction to Operating Systems, Generate content., Use Image 1., Slide 2:, Title: Process Management Concepts, Use EXACT content:, - A process is a program in execution with its own memory space., - Process scheduling determines which process runs at a given time., Slide 3:, Title: Memory Management Techniques, Generate content., No image..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Welcome to the introduction of operating system fundamentals. In this section, we will explore the key concepts and components of an operating system. The operating system plays a crucial role in managing computer hardware and software resources, and providing a platform for running applications and services.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 this section, we will discuss the fundamentals of operating system process management. The key concepts include process creation, synchronization, and scheduling. The operating system plays a crucial role in managing these processes to ensure efficient and reliable system operation.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 this section, we will delve into advanced operating system concepts, including process synchronization, memory management, and security features. These topics are crucial for understanding how operating systems manage resources and ensure system stability. We will also discuss the importance of system performance monitoring and optimization, as well as operating system updates and patches.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Computer Engineering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Create a 3-slide PPT on Operating System Fundamentals., Subject: Computer Engineering, Slide instructions:, Slide 1:, Title: Introduction to Operating Systems, Generate content., Use Image 1., Slide 2:, Title: Process Management Concepts, Use EXACT content:, - A process is a program in execution with its own memory space., - Process scheduling determines which process runs at a given time., Slide 3:, Title: Memory Management Techniques, Generate content., No image.</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Operating System Fundamentals</a:t>
            </a:r>
          </a:p>
        </p:txBody>
      </p:sp>
      <p:sp>
        <p:nvSpPr>
          <p:cNvPr id="3" name="Content Placeholder 2"/>
          <p:cNvSpPr>
            <a:spLocks noGrp="1"/>
          </p:cNvSpPr>
          <p:nvPr>
            <p:ph idx="1"/>
          </p:nvPr>
        </p:nvSpPr>
        <p:spPr/>
        <p:txBody>
          <a:bodyPr/>
          <a:lstStyle/>
          <a:p>
            <a:pPr>
              <a:defRPr sz="2000">
                <a:solidFill>
                  <a:srgbClr val="444444"/>
                </a:solidFill>
              </a:defRPr>
            </a:pPr>
            <a:r>
              <a:t>Manages computer hardware and software resources efficiently always</a:t>
            </a:r>
          </a:p>
          <a:p>
            <a:pPr>
              <a:defRPr sz="2000">
                <a:solidFill>
                  <a:srgbClr val="444444"/>
                </a:solidFill>
              </a:defRPr>
            </a:pPr>
            <a:r>
              <a:t>Provides a platform for running applications and services smoothly</a:t>
            </a:r>
          </a:p>
          <a:p>
            <a:pPr>
              <a:defRPr sz="2000">
                <a:solidFill>
                  <a:srgbClr val="444444"/>
                </a:solidFill>
              </a:defRPr>
            </a:pPr>
            <a:r>
              <a:t>Controls input/output operations and data storage devices effectively</a:t>
            </a:r>
          </a:p>
          <a:p>
            <a:pPr>
              <a:defRPr sz="2000">
                <a:solidFill>
                  <a:srgbClr val="444444"/>
                </a:solidFill>
              </a:defRPr>
            </a:pPr>
            <a:r>
              <a:t>Handles multitasking and multithreading operations seamlessly always</a:t>
            </a:r>
          </a:p>
          <a:p>
            <a:pPr>
              <a:defRPr sz="2000">
                <a:solidFill>
                  <a:srgbClr val="444444"/>
                </a:solidFill>
              </a:defRPr>
            </a:pPr>
            <a:r>
              <a:t>Manages memory allocation and deallocation processes dynamically</a:t>
            </a:r>
          </a:p>
          <a:p>
            <a:pPr>
              <a:defRPr sz="2000">
                <a:solidFill>
                  <a:srgbClr val="444444"/>
                </a:solidFill>
              </a:defRPr>
            </a:pPr>
            <a:r>
              <a:t>Ensures security and authentication mechanisms are in place always</a:t>
            </a:r>
          </a:p>
          <a:p>
            <a:pPr>
              <a:defRPr sz="2000">
                <a:solidFill>
                  <a:srgbClr val="444444"/>
                </a:solidFill>
              </a:defRPr>
            </a:pPr>
            <a:r>
              <a:t>Supports networking and communication protocols for data exchange</a:t>
            </a:r>
          </a:p>
          <a:p>
            <a:pPr>
              <a:defRPr sz="2000">
                <a:solidFill>
                  <a:srgbClr val="444444"/>
                </a:solidFill>
              </a:defRPr>
            </a:pPr>
            <a:r>
              <a:t>Optimizes system performance and responsiveness through caching</a:t>
            </a:r>
          </a:p>
          <a:p>
            <a:pPr>
              <a:defRPr sz="2000">
                <a:solidFill>
                  <a:srgbClr val="444444"/>
                </a:solidFill>
              </a:defRPr>
            </a:pPr>
            <a:r>
              <a:t>Provides a user interface for interacting with the system easily</a:t>
            </a:r>
          </a:p>
        </p:txBody>
      </p:sp>
      <p:pic>
        <p:nvPicPr>
          <p:cNvPr id="4" name="Picture 3" descr="4a4578694d4e4617beebbf74aba6913a_image_1.jpg"/>
          <p:cNvPicPr>
            <a:picLocks noChangeAspect="1"/>
          </p:cNvPicPr>
          <p:nvPr/>
        </p:nvPicPr>
        <p:blipFill>
          <a:blip r:embed="rId2"/>
          <a:stretch>
            <a:fillRect/>
          </a:stretch>
        </p:blipFill>
        <p:spPr>
          <a:xfrm>
            <a:off x="7315200" y="1828800"/>
            <a:ext cx="4114800" cy="30861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Operating System Fundamentals: Process Management</a:t>
            </a:r>
          </a:p>
        </p:txBody>
      </p:sp>
      <p:sp>
        <p:nvSpPr>
          <p:cNvPr id="3" name="Content Placeholder 2"/>
          <p:cNvSpPr>
            <a:spLocks noGrp="1"/>
          </p:cNvSpPr>
          <p:nvPr>
            <p:ph idx="1"/>
          </p:nvPr>
        </p:nvSpPr>
        <p:spPr/>
        <p:txBody>
          <a:bodyPr/>
          <a:lstStyle/>
          <a:p>
            <a:pPr>
              <a:defRPr sz="2000">
                <a:solidFill>
                  <a:srgbClr val="444444"/>
                </a:solidFill>
              </a:defRPr>
            </a:pPr>
            <a:r>
              <a:t>Process creation and termination are managed by OS</a:t>
            </a:r>
          </a:p>
          <a:p>
            <a:pPr>
              <a:defRPr sz="2000">
                <a:solidFill>
                  <a:srgbClr val="444444"/>
                </a:solidFill>
              </a:defRPr>
            </a:pPr>
            <a:r>
              <a:t>Threads are lightweight processes for efficient execution</a:t>
            </a:r>
          </a:p>
          <a:p>
            <a:pPr>
              <a:defRPr sz="2000">
                <a:solidFill>
                  <a:srgbClr val="444444"/>
                </a:solidFill>
              </a:defRPr>
            </a:pPr>
            <a:r>
              <a:t>Process synchronization prevents data inconsistency</a:t>
            </a:r>
          </a:p>
          <a:p>
            <a:pPr>
              <a:defRPr sz="2000">
                <a:solidFill>
                  <a:srgbClr val="444444"/>
                </a:solidFill>
              </a:defRPr>
            </a:pPr>
            <a:r>
              <a:t>Deadlocks occur when processes wait for resources</a:t>
            </a:r>
          </a:p>
          <a:p>
            <a:pPr>
              <a:defRPr sz="2000">
                <a:solidFill>
                  <a:srgbClr val="444444"/>
                </a:solidFill>
              </a:defRPr>
            </a:pPr>
            <a:r>
              <a:t>CPU scheduling algorithms optimize process execution</a:t>
            </a:r>
          </a:p>
          <a:p>
            <a:pPr>
              <a:defRPr sz="2000">
                <a:solidFill>
                  <a:srgbClr val="444444"/>
                </a:solidFill>
              </a:defRPr>
            </a:pPr>
            <a:r>
              <a:t>Memory management ensures efficient resource allocation</a:t>
            </a:r>
          </a:p>
          <a:p>
            <a:pPr>
              <a:defRPr sz="2000">
                <a:solidFill>
                  <a:srgbClr val="444444"/>
                </a:solidFill>
              </a:defRPr>
            </a:pPr>
            <a:r>
              <a:t>Virtual memory enables larger program execution</a:t>
            </a:r>
          </a:p>
          <a:p>
            <a:pPr>
              <a:defRPr sz="2000">
                <a:solidFill>
                  <a:srgbClr val="444444"/>
                </a:solidFill>
              </a:defRPr>
            </a:pPr>
            <a:r>
              <a:t>Interrupt handling allows OS to respond to events</a:t>
            </a:r>
          </a:p>
          <a:p>
            <a:pPr>
              <a:defRPr sz="2000">
                <a:solidFill>
                  <a:srgbClr val="444444"/>
                </a:solidFill>
              </a:defRPr>
            </a:pPr>
            <a:r>
              <a:t>Context switching enables process switching efficiently</a:t>
            </a:r>
          </a:p>
          <a:p>
            <a:pPr>
              <a:defRPr sz="2000">
                <a:solidFill>
                  <a:srgbClr val="444444"/>
                </a:solidFill>
              </a:defRPr>
            </a:pPr>
            <a:r>
              <a:t>Process communication allows data exchange between processes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Part 3: Advanced Operating System Concepts</a:t>
            </a:r>
          </a:p>
        </p:txBody>
      </p:sp>
      <p:sp>
        <p:nvSpPr>
          <p:cNvPr id="3" name="Content Placeholder 2"/>
          <p:cNvSpPr>
            <a:spLocks noGrp="1"/>
          </p:cNvSpPr>
          <p:nvPr>
            <p:ph idx="1"/>
          </p:nvPr>
        </p:nvSpPr>
        <p:spPr/>
        <p:txBody>
          <a:bodyPr/>
          <a:lstStyle/>
          <a:p>
            <a:pPr>
              <a:defRPr sz="2000">
                <a:solidFill>
                  <a:srgbClr val="444444"/>
                </a:solidFill>
              </a:defRPr>
            </a:pPr>
            <a:r>
              <a:t>Process synchronization techniques are used to manage shared resources</a:t>
            </a:r>
          </a:p>
          <a:p>
            <a:pPr>
              <a:defRPr sz="2000">
                <a:solidFill>
                  <a:srgbClr val="444444"/>
                </a:solidFill>
              </a:defRPr>
            </a:pPr>
            <a:r>
              <a:t>Deadlock prevention methods ensure system stability and performance</a:t>
            </a:r>
          </a:p>
          <a:p>
            <a:pPr>
              <a:defRPr sz="2000">
                <a:solidFill>
                  <a:srgbClr val="444444"/>
                </a:solidFill>
              </a:defRPr>
            </a:pPr>
            <a:r>
              <a:t>Memory management units handle virtual memory and pagination</a:t>
            </a:r>
          </a:p>
          <a:p>
            <a:pPr>
              <a:defRPr sz="2000">
                <a:solidFill>
                  <a:srgbClr val="444444"/>
                </a:solidFill>
              </a:defRPr>
            </a:pPr>
            <a:r>
              <a:t>File system organization and management are crucial for data storage</a:t>
            </a:r>
          </a:p>
          <a:p>
            <a:pPr>
              <a:defRPr sz="2000">
                <a:solidFill>
                  <a:srgbClr val="444444"/>
                </a:solidFill>
              </a:defRPr>
            </a:pPr>
            <a:r>
              <a:t>Input/Output operations are managed by device drivers and interrupts</a:t>
            </a:r>
          </a:p>
          <a:p>
            <a:pPr>
              <a:defRPr sz="2000">
                <a:solidFill>
                  <a:srgbClr val="444444"/>
                </a:solidFill>
              </a:defRPr>
            </a:pPr>
            <a:r>
              <a:t>Security features include access control and encryption methods</a:t>
            </a:r>
          </a:p>
          <a:p>
            <a:pPr>
              <a:defRPr sz="2000">
                <a:solidFill>
                  <a:srgbClr val="444444"/>
                </a:solidFill>
              </a:defRPr>
            </a:pPr>
            <a:r>
              <a:t>Networking protocols enable communication between devices and systems</a:t>
            </a:r>
          </a:p>
          <a:p>
            <a:pPr>
              <a:defRPr sz="2000">
                <a:solidFill>
                  <a:srgbClr val="444444"/>
                </a:solidFill>
              </a:defRPr>
            </a:pPr>
            <a:r>
              <a:t>Operating system installation and configuration are critical tasks</a:t>
            </a:r>
          </a:p>
          <a:p>
            <a:pPr>
              <a:defRPr sz="2000">
                <a:solidFill>
                  <a:srgbClr val="444444"/>
                </a:solidFill>
              </a:defRPr>
            </a:pPr>
            <a:r>
              <a:t>System performance monitoring and optimization are essential for efficiency</a:t>
            </a:r>
          </a:p>
          <a:p>
            <a:pPr>
              <a:defRPr sz="2000">
                <a:solidFill>
                  <a:srgbClr val="444444"/>
                </a:solidFill>
              </a:defRPr>
            </a:pPr>
            <a:r>
              <a:t>Operating system updates and patches ensure security and stability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