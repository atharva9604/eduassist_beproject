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Database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Overview of Database Systems in the context of Database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Relational Data Model in the context of Database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SQL and Query Processing in the context of Database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Normalization in Databases in the context of Database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Transaction Management in the context of Database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Database Management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Information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Overview of Database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Database Management Systems manage and store data in a structured and accessible manner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systems provide a centralized repository for data storage and retrieval purposes only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Relational databases organize data into tables with well-defined relationships and constraints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Object-oriented databases store data in the form of objects with properties and methods included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Graph databases are designed to store and query complex relationships between data entities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systems ensure data consistency and integrity through constraints and normalization techniques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Management Systems provide data security features like authentication and authorization mechanisms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systems support various data models including relational and hierarchical models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Management Systems improve data sharing and collaboration among different applications and users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systems provide backup and recovery mechanisms to ensure business continuity always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Relational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Represents data as tables with well-defined relationships between them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Organizes data into one or more tables with rows and columns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data integrity and reduces data redundancy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Ensures data consistency by enforcing relationships between tables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Uses primary and foreign keys to establish relationships between tables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Allows for efficient data retrieval and manipulation using SQL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a structured and standardized way of managing data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Enables data to be accessed and manipulated using queries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various data types and indexing methods for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SQL and Query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SQL is a standard language for managing relational database management systems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Query processing involves optimizing and executing SQL queries for better performance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Query optimization techniques improve database system performance and reduce execution time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SQL queries can be categorized into DDL, DML, and DCL commands for database management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query processing involves parsing, optimizing, and executing SQL queries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Query execution plans are generated by the database system for optimal performance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Indexing and caching techniques enhance query processing and database system performance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administrators use SQL to manage and maintain database systems effectively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Query processing algorithms are used to optimize and execute complex SQL queries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SQL query optimization is critical for improving database system performance and scalability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Normalization in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Normalization reduces data redundancy and improves data integrity in database management systems effectively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First normal form eliminates repeating groups and arrays from database tables and rows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Second normal form removes partial dependencies and ensures data consistency across tables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Third normal form eliminates transitive dependencies and reduces data anomalies in databases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Boyce-Codd normal form ensures that each non-key attribute depends on the entire primary key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Higher normal forms such as fourth and fifth normal forms handle more complex dependencies and relationships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Denormalization is used to improve database performance by intentionally reducing normalization and increasing data redundancy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Normalization techniques help to prevent data inconsistencies and errors in database management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Database normalization involves dividing large tables into smaller tables with well-defined relationships and dependencies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Normalization rules and techniques are essential for designing and implementing efficient database management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Transaction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Ensures database consistency by managing transactions with atomicity and durability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Manages concurrent transactions to prevent data inconsistencies and conflicts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Provides isolation levels to control transaction visibility and accessibility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Supports transaction rollback and recovery mechanisms for error handling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Implements locking mechanisms to prevent simultaneous data modifications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Optimizes transaction performance using scheduling and buffering techniques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Maintains transaction logs for auditing and recovery purposes effectively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Handles distributed transactions across multiple databases and systems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Guarantees transaction serializability for maintaining database consistency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Enforces transaction integrity constraints for data validation and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