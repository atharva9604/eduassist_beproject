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/>
            </a:pPr>
            <a:r>
              <a:t>Introduction to the presentation on Deadlock.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Explain Introduction to Deadlock.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Explain Deadlock Prevention Techniques.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01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1F497D"/>
                </a:solidFill>
              </a:rPr>
              <a:t>Deadlock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>
                <a:solidFill>
                  <a:srgbClr val="4472C4"/>
                </a:solidFill>
              </a:rPr>
              <a:t>Operating Systems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5943600"/>
            <a:ext cx="10360152" cy="27432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Introduction to Deadlock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Content for Introduction to Deadlock</a:t>
            </a:r>
          </a:p>
        </p:txBody>
      </p:sp>
      <p:pic>
        <p:nvPicPr>
          <p:cNvPr id="4" name="Picture 3" descr="38de263b73d247729f9379e49f88b6f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828800"/>
            <a:ext cx="4114800" cy="288650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Necessary Conditions for Deadlock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Deadlock occurs when a set of processes are blocked because each process holds a resource and waits for another.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The four necessary conditions are Mutual Exclusion, Hold and Wait, No Preemption, and Circular Wait.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Deadlock Prevention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Content for Deadlock Prevention Techniques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