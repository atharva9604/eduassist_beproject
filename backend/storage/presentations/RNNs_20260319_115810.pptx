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/>
          <a:lstStyle/>
          <a:p>
            <a:pPr/>
            <a:r>
              <a:t>Recurrent Neural Networks are designed for sequential data processing.</a:t>
            </a:r>
          </a:p>
          <a:p>
            <a:pPr/>
            <a:r>
              <a:t>RNNs have feedback connections that allow information to loop back.</a:t>
            </a:r>
          </a:p>
          <a:p>
            <a:pPr/>
            <a:r>
              <a:t>This looping back of information enables the network to keep track.</a:t>
            </a:r>
          </a:p>
          <a:p>
            <a:pPr/>
            <a:r>
              <a:t>RNNs are trained using backpropagation through time algorithms primarily.</a:t>
            </a:r>
          </a:p>
          <a:p>
            <a:pPr/>
            <a:r>
              <a:t>The architecture of RNNs consists of input, hidden, and output layers.</a:t>
            </a:r>
          </a:p>
          <a:p>
            <a:pPr/>
            <a:r>
              <a:t>h_t = tanh(Wx_t + Uh_{t-1}) represents the hidden state calculation.</a:t>
            </a:r>
          </a:p>
          <a:p>
            <a:pPr/>
            <a:r>
              <a:t>RNNs can learn patterns in data that vary over time naturally.</a:t>
            </a:r>
          </a:p>
          <a:p>
            <a:pPr/>
            <a:r>
              <a:t>They are commonly used for language modeling and speech recognition.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f8b14ec263124bc9a1822221b62c22a1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/>
          <a:lstStyle/>
          <a:p>
            <a:pPr/>
            <a:r>
              <a:t>Recurrent Neural Networks have feedback connections that allow information to loop back</a:t>
            </a:r>
          </a:p>
          <a:p>
            <a:pPr/>
            <a:r>
              <a:t>RNNs are designed to handle sequential data such as time series or speech</a:t>
            </a:r>
          </a:p>
          <a:p>
            <a:pPr/>
            <a:r>
              <a:t>The architecture of RNNs consists of input, hidden, and output layers</a:t>
            </a:r>
          </a:p>
          <a:p>
            <a:pPr/>
            <a:r>
              <a:t>Each layer in the RNN has a specific function and set of weights</a:t>
            </a:r>
          </a:p>
          <a:p>
            <a:pPr/>
            <a:r>
              <a:t>h_t = tanh(Wx_t + Uh_{t-1}) is a key equation in RNN architecture</a:t>
            </a:r>
          </a:p>
          <a:p>
            <a:pPr/>
            <a:r>
              <a:t>The hidden layer maintains internal state that captures sequence dependencies</a:t>
            </a:r>
          </a:p>
          <a:p>
            <a:pPr/>
            <a:r>
              <a:t>RNNs can be trained using backpropagation through time algorithm</a:t>
            </a:r>
          </a:p>
          <a:p>
            <a:pPr/>
            <a:r>
              <a:t>Training RNNs can be computationally expensive due to sequential nature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e509dc4372d94290be00026a773913b2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utilize sequential data to predict outcomes.</a:t>
            </a:r>
          </a:p>
          <a:p>
            <a:pPr/>
            <a:r>
              <a:t>The RNN architecture consists of three main components: input, hidden, and output layers.</a:t>
            </a:r>
          </a:p>
          <a:p>
            <a:pPr/>
            <a:r>
              <a:t>The hidden layer retains information from previous time steps to inform future predictions.</a:t>
            </a:r>
          </a:p>
          <a:p>
            <a:pPr/>
            <a:r>
              <a:t>Backpropagation through time is used to train RNNs on sequential data.</a:t>
            </a:r>
          </a:p>
          <a:p>
            <a:pPr/>
            <a:r>
              <a:t>RNNs can be further divided into two subcategories: one-to-one and many-to-one models.</a:t>
            </a:r>
          </a:p>
          <a:p>
            <a:pPr/>
            <a:r>
              <a:t>The many-to-one model is particularly useful for tasks such as sentiment analysis and text classification.</a:t>
            </a:r>
          </a:p>
          <a:p>
            <a:pPr/>
            <a:r>
              <a:t>h_t = tanh(Wx_t + Uh_{t-1}) represents the mathematical formula for calculating the hidden state.</a:t>
            </a:r>
          </a:p>
          <a:p>
            <a:pPr/>
            <a:r>
              <a:t>RNNs are well-suited for modeling temporal relationships in data, such as speech or time series data.</a:t>
            </a:r>
          </a:p>
          <a:p>
            <a:pPr/>
            <a:r>
              <a:t>The vanishing gradient problem can occur during RNN training, requiring careful optimization techniques.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are used for speech recognition systems.</a:t>
            </a:r>
          </a:p>
          <a:p>
            <a:pPr/>
            <a:r>
              <a:t>RNNs are applied in natural language processing tasks effectively.</a:t>
            </a:r>
          </a:p>
          <a:p>
            <a:pPr/>
            <a:r>
              <a:t>They are utilized in machine translation applications daily.</a:t>
            </a:r>
          </a:p>
          <a:p>
            <a:pPr/>
            <a:r>
              <a:t>RNNs are used for time series forecasting and prediction models.</a:t>
            </a:r>
          </a:p>
          <a:p>
            <a:pPr/>
            <a:r>
              <a:t>They are implemented in chatbots and virtual assistants commonly.</a:t>
            </a:r>
          </a:p>
          <a:p>
            <a:pPr/>
            <a:r>
              <a:t>RNNs are used for sentiment analysis and text classification tasks.</a:t>
            </a:r>
          </a:p>
          <a:p>
            <a:pPr/>
            <a:r>
              <a:t>They are applied in recommender systems for personalized feedback.</a:t>
            </a:r>
          </a:p>
          <a:p>
            <a:pPr/>
            <a:r>
              <a:t>RNNs are utilized in image captioning and video description generation.</a:t>
            </a:r>
          </a:p>
          <a:p>
            <a:pPr/>
            <a:r>
              <a:t>They are used for handwriting recognition and gesture recognition systems.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