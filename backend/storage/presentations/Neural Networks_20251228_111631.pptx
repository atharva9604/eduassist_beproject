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Neural Networks presentation covering multiple topics. Today we'll explore: Neural Networks, Perceptron, Multi-Layer Perceptron, Activation Functions, Training Process.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neural networks, emphasize their biological inspiration and ability to learn from data. Explain that each node or neuron processes inputs based on weights and biases, and that training involves adjusting these parameters. Provide examples of how neural networks are used in real-world applications, such as image recognition or natural language processing. Ask students to consider how neural networks differ from traditional machine learning approaches and what advantages they offer. Key takeaways include understanding the basic architecture of neural networks and their ability to learn complex patterns.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neural networks, emphasize their biological inspiration and ability to learn from data. Provide examples of image recognition and natural language processing. Ask students to consider how neural networks can be applied to real-world problems. Key takeaways include understanding the basic architecture and the importance of training and activation functions.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neural network architecture, emphasize the role of interconnected nodes and how they process information. Provide examples of simple neural networks, such as image classifiers, and ask students to consider how the number of hidden layers affects model complexity. Discuss the backpropagation algorithm and its significance in training neural networks. Key takeaways include understanding the basics of neural network structure and function, as well as the importance of training data in optimizing model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perceptron, explain its historical context and basic architecture. Emphasize its limitations, such as the inability to learn the XOR function, and ask students to consider why this is a significant limitation. Provide examples of simple binary classification problems that a perceptron can solve, and discuss how it can be used as a building block for more complex neural networks. Key takeaways should include the perceptron's simplicity, its supervised learning method, and its limitations in terms of functionality.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Neural Networks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Neural Networks, Perceptron, Multi-Layer Perceptron, Activation Functions, Training Process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Neural Networks - Introduction</a:t>
            </a:r>
          </a:p>
        </p:txBody>
      </p:sp>
      <p:sp>
        <p:nvSpPr>
          <p:cNvPr id="3" name="Content Placeholder 2"/>
          <p:cNvSpPr>
            <a:spLocks noGrp="1"/>
          </p:cNvSpPr>
          <p:nvPr>
            <p:ph idx="1"/>
          </p:nvPr>
        </p:nvSpPr>
        <p:spPr/>
        <p:txBody>
          <a:bodyPr/>
          <a:lstStyle/>
          <a:p>
            <a:pPr>
              <a:defRPr sz="2000">
                <a:solidFill>
                  <a:srgbClr val="444444"/>
                </a:solidFill>
              </a:defRPr>
            </a:pPr>
            <a:r>
              <a:t>Neural networks mimic human brain structure and function</a:t>
            </a:r>
          </a:p>
          <a:p>
            <a:pPr>
              <a:defRPr sz="2000">
                <a:solidFill>
                  <a:srgbClr val="444444"/>
                </a:solidFill>
              </a:defRPr>
            </a:pPr>
            <a:r>
              <a:t>Inspired by biological neural networks and their connections</a:t>
            </a:r>
          </a:p>
          <a:p>
            <a:pPr>
              <a:defRPr sz="2000">
                <a:solidFill>
                  <a:srgbClr val="444444"/>
                </a:solidFill>
              </a:defRPr>
            </a:pPr>
            <a:r>
              <a:t>Artificial neural networks for machine learning tasks</a:t>
            </a:r>
          </a:p>
          <a:p>
            <a:pPr>
              <a:defRPr sz="2000">
                <a:solidFill>
                  <a:srgbClr val="444444"/>
                </a:solidFill>
              </a:defRPr>
            </a:pPr>
            <a:r>
              <a:t>Consist of layers of interconnected nodes or neurons</a:t>
            </a:r>
          </a:p>
          <a:p>
            <a:pPr>
              <a:defRPr sz="2000">
                <a:solidFill>
                  <a:srgbClr val="444444"/>
                </a:solidFill>
              </a:defRPr>
            </a:pPr>
            <a:r>
              <a:t>Each node applies a non-linear transformation to input</a:t>
            </a:r>
          </a:p>
          <a:p>
            <a:pPr>
              <a:defRPr sz="2000">
                <a:solidFill>
                  <a:srgbClr val="444444"/>
                </a:solidFill>
              </a:defRPr>
            </a:pPr>
            <a:r>
              <a:t>Output depends on inputs, weights, and bias values</a:t>
            </a:r>
          </a:p>
          <a:p>
            <a:pPr>
              <a:defRPr sz="2000">
                <a:solidFill>
                  <a:srgbClr val="444444"/>
                </a:solidFill>
              </a:defRPr>
            </a:pPr>
            <a:r>
              <a:t>Training involves adjusting weights and biases</a:t>
            </a:r>
          </a:p>
          <a:p>
            <a:pPr>
              <a:defRPr sz="2000">
                <a:solidFill>
                  <a:srgbClr val="444444"/>
                </a:solidFill>
              </a:defRPr>
            </a:pPr>
            <a:r>
              <a:t>Backpropagation algorithm used for training process</a:t>
            </a:r>
          </a:p>
          <a:p>
            <a:pPr>
              <a:defRPr sz="2000">
                <a:solidFill>
                  <a:srgbClr val="444444"/>
                </a:solidFill>
              </a:defRPr>
            </a:pPr>
            <a:r>
              <a:t>Neural networks can learn complex patterns and relationships</a:t>
            </a:r>
          </a:p>
        </p:txBody>
      </p:sp>
      <p:pic>
        <p:nvPicPr>
          <p:cNvPr id="4" name="Picture 3" descr="7fa7f64a9f924f3b85c86256cb6ad59d_neural_networks_perceptron_multi-layer_p.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Neural Networks - Introduction</a:t>
            </a:r>
          </a:p>
        </p:txBody>
      </p:sp>
      <p:sp>
        <p:nvSpPr>
          <p:cNvPr id="3" name="Content Placeholder 2"/>
          <p:cNvSpPr>
            <a:spLocks noGrp="1"/>
          </p:cNvSpPr>
          <p:nvPr>
            <p:ph idx="1"/>
          </p:nvPr>
        </p:nvSpPr>
        <p:spPr/>
        <p:txBody>
          <a:bodyPr/>
          <a:lstStyle/>
          <a:p>
            <a:pPr>
              <a:defRPr sz="2000">
                <a:solidFill>
                  <a:srgbClr val="444444"/>
                </a:solidFill>
              </a:defRPr>
            </a:pPr>
            <a:r>
              <a:t>Inspired by human brain structure and function</a:t>
            </a:r>
          </a:p>
          <a:p>
            <a:pPr>
              <a:defRPr sz="2000">
                <a:solidFill>
                  <a:srgbClr val="444444"/>
                </a:solidFill>
              </a:defRPr>
            </a:pPr>
            <a:r>
              <a:t>Consist of interconnected nodes or neurons</a:t>
            </a:r>
          </a:p>
          <a:p>
            <a:pPr>
              <a:defRPr sz="2000">
                <a:solidFill>
                  <a:srgbClr val="444444"/>
                </a:solidFill>
              </a:defRPr>
            </a:pPr>
            <a:r>
              <a:t>Process inputs and produce meaningful outputs</a:t>
            </a:r>
          </a:p>
          <a:p>
            <a:pPr>
              <a:defRPr sz="2000">
                <a:solidFill>
                  <a:srgbClr val="444444"/>
                </a:solidFill>
              </a:defRPr>
            </a:pPr>
            <a:r>
              <a:t>Can learn from data and improve performance</a:t>
            </a:r>
          </a:p>
          <a:p>
            <a:pPr>
              <a:defRPr sz="2000">
                <a:solidFill>
                  <a:srgbClr val="444444"/>
                </a:solidFill>
              </a:defRPr>
            </a:pPr>
            <a:r>
              <a:t>Key component of artificial intelligence</a:t>
            </a:r>
          </a:p>
          <a:p>
            <a:pPr>
              <a:defRPr sz="2000">
                <a:solidFill>
                  <a:srgbClr val="444444"/>
                </a:solidFill>
              </a:defRPr>
            </a:pPr>
            <a:r>
              <a:t>Used in image recognition and classification</a:t>
            </a:r>
          </a:p>
          <a:p>
            <a:pPr>
              <a:defRPr sz="2000">
                <a:solidFill>
                  <a:srgbClr val="444444"/>
                </a:solidFill>
              </a:defRPr>
            </a:pPr>
            <a:r>
              <a:t>Employed in natural language processing tasks</a:t>
            </a:r>
          </a:p>
          <a:p>
            <a:pPr>
              <a:defRPr sz="2000">
                <a:solidFill>
                  <a:srgbClr val="444444"/>
                </a:solidFill>
              </a:defRPr>
            </a:pPr>
            <a:r>
              <a:t>Basic architecture includes input, hidden, output layers</a:t>
            </a:r>
          </a:p>
          <a:p>
            <a:pPr>
              <a:defRPr sz="2000">
                <a:solidFill>
                  <a:srgbClr val="444444"/>
                </a:solidFill>
              </a:defRPr>
            </a:pPr>
            <a:r>
              <a:t>Training involves adjusting weights and biases</a:t>
            </a:r>
          </a:p>
          <a:p>
            <a:pPr>
              <a:defRPr sz="2000">
                <a:solidFill>
                  <a:srgbClr val="444444"/>
                </a:solidFill>
              </a:defRPr>
            </a:pPr>
            <a:r>
              <a:t>Activation functions introduce non-linearity</a:t>
            </a:r>
          </a:p>
        </p:txBody>
      </p:sp>
      <p:pic>
        <p:nvPicPr>
          <p:cNvPr id="4" name="Picture 3" descr="6eb64efde4454b5fa170cc5b862205fb_neural_networks_perceptron_multi-layer_p.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Neural Networks - Architecture</a:t>
            </a:r>
          </a:p>
        </p:txBody>
      </p:sp>
      <p:sp>
        <p:nvSpPr>
          <p:cNvPr id="3" name="Content Placeholder 2"/>
          <p:cNvSpPr>
            <a:spLocks noGrp="1"/>
          </p:cNvSpPr>
          <p:nvPr>
            <p:ph idx="1"/>
          </p:nvPr>
        </p:nvSpPr>
        <p:spPr/>
        <p:txBody>
          <a:bodyPr/>
          <a:lstStyle/>
          <a:p>
            <a:pPr>
              <a:defRPr sz="2000">
                <a:solidFill>
                  <a:srgbClr val="444444"/>
                </a:solidFill>
              </a:defRPr>
            </a:pPr>
            <a:r>
              <a:t>Artificial neural networks mimic human brain structure</a:t>
            </a:r>
          </a:p>
          <a:p>
            <a:pPr>
              <a:defRPr sz="2000">
                <a:solidFill>
                  <a:srgbClr val="444444"/>
                </a:solidFill>
              </a:defRPr>
            </a:pPr>
            <a:r>
              <a:t>Consist of interconnected nodes or neurons</a:t>
            </a:r>
          </a:p>
          <a:p>
            <a:pPr>
              <a:defRPr sz="2000">
                <a:solidFill>
                  <a:srgbClr val="444444"/>
                </a:solidFill>
              </a:defRPr>
            </a:pPr>
            <a:r>
              <a:t>Each neuron receives one or more inputs</a:t>
            </a:r>
          </a:p>
          <a:p>
            <a:pPr>
              <a:defRPr sz="2000">
                <a:solidFill>
                  <a:srgbClr val="444444"/>
                </a:solidFill>
              </a:defRPr>
            </a:pPr>
            <a:r>
              <a:t>Processes information using activation functions</a:t>
            </a:r>
          </a:p>
          <a:p>
            <a:pPr>
              <a:defRPr sz="2000">
                <a:solidFill>
                  <a:srgbClr val="444444"/>
                </a:solidFill>
              </a:defRPr>
            </a:pPr>
            <a:r>
              <a:t>Outputs sent to other neurons or external systems</a:t>
            </a:r>
          </a:p>
          <a:p>
            <a:pPr>
              <a:defRPr sz="2000">
                <a:solidFill>
                  <a:srgbClr val="444444"/>
                </a:solidFill>
              </a:defRPr>
            </a:pPr>
            <a:r>
              <a:t>Training data used to adjust neural connections</a:t>
            </a:r>
          </a:p>
          <a:p>
            <a:pPr>
              <a:defRPr sz="2000">
                <a:solidFill>
                  <a:srgbClr val="444444"/>
                </a:solidFill>
              </a:defRPr>
            </a:pPr>
            <a:r>
              <a:t>Backpropagation algorithm optimizes weights</a:t>
            </a:r>
          </a:p>
          <a:p>
            <a:pPr>
              <a:defRPr sz="2000">
                <a:solidFill>
                  <a:srgbClr val="444444"/>
                </a:solidFill>
              </a:defRPr>
            </a:pPr>
            <a:r>
              <a:t>Hidden layers enable complex pattern recognition</a:t>
            </a:r>
          </a:p>
          <a:p>
            <a:pPr>
              <a:defRPr sz="2000">
                <a:solidFill>
                  <a:srgbClr val="444444"/>
                </a:solidFill>
              </a:defRPr>
            </a:pPr>
            <a:r>
              <a:t>Output layer generates predicted results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Perceptron - Introduction</a:t>
            </a:r>
          </a:p>
        </p:txBody>
      </p:sp>
      <p:sp>
        <p:nvSpPr>
          <p:cNvPr id="3" name="Content Placeholder 2"/>
          <p:cNvSpPr>
            <a:spLocks noGrp="1"/>
          </p:cNvSpPr>
          <p:nvPr>
            <p:ph idx="1"/>
          </p:nvPr>
        </p:nvSpPr>
        <p:spPr/>
        <p:txBody>
          <a:bodyPr/>
          <a:lstStyle/>
          <a:p>
            <a:pPr>
              <a:defRPr sz="2000">
                <a:solidFill>
                  <a:srgbClr val="444444"/>
                </a:solidFill>
              </a:defRPr>
            </a:pPr>
            <a:r>
              <a:t>Perceptron is a type of feedforward neural network</a:t>
            </a:r>
          </a:p>
          <a:p>
            <a:pPr>
              <a:defRPr sz="2000">
                <a:solidFill>
                  <a:srgbClr val="444444"/>
                </a:solidFill>
              </a:defRPr>
            </a:pPr>
            <a:r>
              <a:t>Introduced by Frank Rosenblatt in 1957</a:t>
            </a:r>
          </a:p>
          <a:p>
            <a:pPr>
              <a:defRPr sz="2000">
                <a:solidFill>
                  <a:srgbClr val="444444"/>
                </a:solidFill>
              </a:defRPr>
            </a:pPr>
            <a:r>
              <a:t>Simplest form of neural network architecture</a:t>
            </a:r>
          </a:p>
          <a:p>
            <a:pPr>
              <a:defRPr sz="2000">
                <a:solidFill>
                  <a:srgbClr val="444444"/>
                </a:solidFill>
              </a:defRPr>
            </a:pPr>
            <a:r>
              <a:t>Used for binary classification problems</a:t>
            </a:r>
          </a:p>
          <a:p>
            <a:pPr>
              <a:defRPr sz="2000">
                <a:solidFill>
                  <a:srgbClr val="444444"/>
                </a:solidFill>
              </a:defRPr>
            </a:pPr>
            <a:r>
              <a:t>Consists of input layer and output layer</a:t>
            </a:r>
          </a:p>
          <a:p>
            <a:pPr>
              <a:defRPr sz="2000">
                <a:solidFill>
                  <a:srgbClr val="444444"/>
                </a:solidFill>
              </a:defRPr>
            </a:pPr>
            <a:r>
              <a:t>No hidden layers in a basic perceptron</a:t>
            </a:r>
          </a:p>
          <a:p>
            <a:pPr>
              <a:defRPr sz="2000">
                <a:solidFill>
                  <a:srgbClr val="444444"/>
                </a:solidFill>
              </a:defRPr>
            </a:pPr>
            <a:r>
              <a:t>Trained using supervised learning method</a:t>
            </a:r>
          </a:p>
          <a:p>
            <a:pPr>
              <a:defRPr sz="2000">
                <a:solidFill>
                  <a:srgbClr val="444444"/>
                </a:solidFill>
              </a:defRPr>
            </a:pPr>
            <a:r>
              <a:t>Can learn to perform logical operations</a:t>
            </a:r>
          </a:p>
          <a:p>
            <a:pPr>
              <a:defRPr sz="2000">
                <a:solidFill>
                  <a:srgbClr val="444444"/>
                </a:solidFill>
              </a:defRPr>
            </a:pPr>
            <a:r>
              <a:t>Limited by its inability to learn XOR function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