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286E"/>
    <a:srgbClr val="7BEBD8"/>
    <a:srgbClr val="8335E5"/>
    <a:srgbClr val="6B8DE1"/>
    <a:srgbClr val="6C92E1"/>
    <a:srgbClr val="6313DC"/>
    <a:srgbClr val="1E3ADA"/>
    <a:srgbClr val="030553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Feedback loops: h_t = f(h_(t-1), x_t)</a:t>
            </a:r>
          </a:p>
          <a:p>
            <a:pPr/>
            <a:r>
              <a:t>Activation: sigmoid, tanh, ReLU</a:t>
            </a:r>
          </a:p>
          <a:p>
            <a:pPr/>
            <a:r>
              <a:t>Training: Backpropagation Through Time (BPTT)</a:t>
            </a:r>
          </a:p>
          <a:p>
            <a:pPr/>
            <a:r>
              <a:t>Optimization: Stochastic Gradient Descent (SGD)</a:t>
            </a:r>
          </a:p>
          <a:p>
            <a:pPr/>
            <a:r>
              <a:t>Error: Mean Squared Error (MSE), Cross-Entropy</a:t>
            </a:r>
          </a:p>
          <a:p>
            <a:pPr/>
            <a:r>
              <a:t>Complexity: O(n^2) for sequence length n</a:t>
            </a:r>
          </a:p>
          <a:p>
            <a:pPr/>
            <a:r>
              <a:t>Applications: NLP, Time Series, Speech Recognition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pic>
        <p:nvPicPr>
          <p:cNvPr id="4" name="Picture 3" descr="e8d31a606f804bd1b480f12740f94699_rnns_dl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Model sequential data patterns</a:t>
            </a:r>
          </a:p>
          <a:p>
            <a:pPr/>
            <a:r>
              <a:t>RNN: Recurrent Neural Network architecture</a:t>
            </a:r>
          </a:p>
          <a:p>
            <a:pPr/>
            <a:r>
              <a:t>Cells: Memory, Input, Output, Hidden</a:t>
            </a:r>
          </a:p>
          <a:p>
            <a:pPr/>
            <a:r>
              <a:t>Activation: sigmoid, tanh, ReLU functions</a:t>
            </a:r>
          </a:p>
          <a:p>
            <a:pPr/>
            <a:r>
              <a:t>Backprop: Training via BPTT algorithm</a:t>
            </a:r>
          </a:p>
          <a:p>
            <a:pPr/>
            <a:r>
              <a:t>Equation: h_t = f(W*h_(t-1) + U*x_t)</a:t>
            </a:r>
          </a:p>
          <a:p>
            <a:pPr/>
            <a:r>
              <a:t>Optimization: Minimize loss, O(n log n)</a:t>
            </a:r>
          </a:p>
          <a:p>
            <a:pPr/>
            <a:r>
              <a:t>Variants: LSTM, GRU, Bidirectional RNNs</a:t>
            </a:r>
          </a:p>
          <a:p>
            <a:pPr/>
            <a:r>
              <a:t>Applications: NLP, Time series forecasting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pic>
        <p:nvPicPr>
          <p:cNvPr id="4" name="Picture 3" descr="f7a020ced9e142458ac28961e85ee15b_rnns_dl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5679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Backprop: ∂E/∂w = ∂E/∂y * ∂y/∂w</a:t>
            </a:r>
          </a:p>
          <a:p>
            <a:pPr/>
            <a:r>
              <a:t>Activation: σ(x) = 1 / (1 + e^(-x))</a:t>
            </a:r>
          </a:p>
          <a:p>
            <a:pPr/>
            <a:r>
              <a:t>Hidden state: h_t = f(h_(t-1), x_t)</a:t>
            </a:r>
          </a:p>
          <a:p>
            <a:pPr/>
            <a:r>
              <a:t>Output: y_t = g(h_t, x_t)</a:t>
            </a:r>
          </a:p>
          <a:p>
            <a:pPr/>
            <a:r>
              <a:t>Loss: E = (1/2) * (y - y^) ^ 2</a:t>
            </a:r>
          </a:p>
          <a:p>
            <a:pPr/>
            <a:r>
              <a:t>Optimization: w = w - α * ∂E/∂w</a:t>
            </a:r>
          </a:p>
          <a:p>
            <a:pPr/>
            <a:r>
              <a:t>Gradient clipping: ∂E/∂w = max(-c, min(c, ∂E/∂w))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Natural Language Processing: text classification</a:t>
            </a:r>
          </a:p>
          <a:p>
            <a:pPr/>
            <a:r>
              <a:t>Time Series Forecasting: predict stock prices</a:t>
            </a:r>
          </a:p>
          <a:p>
            <a:pPr/>
            <a:r>
              <a:t>Speech Recognition: voice to text systems</a:t>
            </a:r>
          </a:p>
          <a:p>
            <a:pPr/>
            <a:r>
              <a:t>Machine Translation: language conversion models</a:t>
            </a:r>
          </a:p>
          <a:p>
            <a:pPr/>
            <a:r>
              <a:t>Sentiment Analysis: emotion detection algorithms</a:t>
            </a:r>
          </a:p>
          <a:p>
            <a:pPr/>
            <a:r>
              <a:t>Dialogue Systems: chatbot conversation models</a:t>
            </a:r>
          </a:p>
          <a:p>
            <a:pPr/>
            <a:r>
              <a:t>Image Captioning: generate image descriptions</a:t>
            </a:r>
          </a:p>
          <a:p>
            <a:pPr/>
            <a:r>
              <a:t>Sequence Generation: music and text creation</a:t>
            </a:r>
          </a:p>
          <a:p>
            <a:pPr/>
            <a:r>
              <a:t>Anomaly Detection: identify data outliers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8</cp:revision>
  <dcterms:created xsi:type="dcterms:W3CDTF">2026-02-15T06:21:20Z</dcterms:created>
  <dcterms:modified xsi:type="dcterms:W3CDTF">2026-02-15T08:54:27Z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