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RNNs are neural networks</a:t>
            </a:r>
          </a:p>
          <a:p>
            <a:pPr/>
            <a:r>
              <a:t>Used for sequential data</a:t>
            </a:r>
          </a:p>
          <a:p>
            <a:pPr/>
            <a:r>
              <a:t>Time series prediction possible</a:t>
            </a:r>
          </a:p>
          <a:p>
            <a:pPr/>
            <a:r>
              <a:t>h_t = tanh(Wx_t + Uh_{t-1})</a:t>
            </a:r>
          </a:p>
          <a:p>
            <a:pPr/>
            <a:r>
              <a:t>Trained using backpropagation</a:t>
            </a:r>
          </a:p>
          <a:p>
            <a:pPr/>
            <a:r>
              <a:t>Can learn patterns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fcf8a0c7491e4132860f1048d5447c73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632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process sequences</a:t>
            </a:r>
          </a:p>
          <a:p>
            <a:pPr/>
            <a:r>
              <a:t>Feedback connections allow information recall</a:t>
            </a:r>
          </a:p>
          <a:p>
            <a:pPr/>
            <a:r>
              <a:t>Hidden state captures sequence context</a:t>
            </a:r>
          </a:p>
          <a:p>
            <a:pPr/>
            <a:r>
              <a:t>Input gate controls new information</a:t>
            </a:r>
          </a:p>
          <a:p>
            <a:pPr/>
            <a:r>
              <a:t>Output gate generates predictions</a:t>
            </a:r>
          </a:p>
          <a:p>
            <a:pPr/>
            <a:r>
              <a:t>Cell state retains internal 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c8602ba7d96c4bbeb27e4ded5d7a7bc4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2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RNNs use recurrent connections</a:t>
            </a:r>
          </a:p>
          <a:p>
            <a:pPr/>
            <a:r>
              <a:t>Feedback loops for sequential data</a:t>
            </a:r>
          </a:p>
          <a:p>
            <a:pPr/>
            <a:r>
              <a:t>h_t = tanh(Wx_t + Uh_{t-1})</a:t>
            </a:r>
          </a:p>
          <a:p>
            <a:pPr/>
            <a:r>
              <a:t>Cell state captures information</a:t>
            </a:r>
          </a:p>
          <a:p>
            <a:pPr/>
            <a:r>
              <a:t>Gates control data flow</a:t>
            </a:r>
          </a:p>
          <a:p>
            <a:pPr/>
            <a:r>
              <a:t>Simple RNNs have vanishing gradients</a:t>
            </a:r>
          </a:p>
          <a:p>
            <a:pPr/>
            <a:r>
              <a:t>LSTMs resolve vanishing gradients</a:t>
            </a:r>
          </a:p>
          <a:p>
            <a:pPr/>
            <a:r>
              <a:t>GRUs are another variant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Language Translation</a:t>
            </a:r>
          </a:p>
          <a:p>
            <a:pPr/>
            <a:r>
              <a:t>Text Summarization</a:t>
            </a:r>
          </a:p>
          <a:p>
            <a:pPr/>
            <a:r>
              <a:t>Chatbots</a:t>
            </a:r>
          </a:p>
          <a:p>
            <a:pPr/>
            <a:r>
              <a:t>Speech Recognition</a:t>
            </a:r>
          </a:p>
          <a:p>
            <a:pPr/>
            <a:r>
              <a:t>Time Series Forecasting</a:t>
            </a:r>
          </a:p>
          <a:p>
            <a:pPr/>
            <a:r>
              <a:t>Sentiment Analysis</a:t>
            </a:r>
          </a:p>
          <a:p>
            <a:pPr/>
            <a:r>
              <a:t>Image Captioning</a:t>
            </a:r>
          </a:p>
          <a:p>
            <a:pPr/>
            <a:r>
              <a:t>Machine Translation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