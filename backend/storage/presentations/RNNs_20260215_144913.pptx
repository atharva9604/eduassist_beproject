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:a16="http://schemas.microsoft.com/office/drawing/2014/main" xmlns="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xmlns="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:a16="http://schemas.microsoft.com/office/drawing/2014/main" xmlns="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xmlns="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xmlns="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xmlns="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xmlns="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xmlns="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xmlns="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:a16="http://schemas.microsoft.com/office/drawing/2014/main" xmlns="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:a16="http://schemas.microsoft.com/office/drawing/2014/main" xmlns="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xmlns="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xmlns="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xmlns="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xmlns="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:a16="http://schemas.microsoft.com/office/drawing/2014/main" xmlns="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:a16="http://schemas.microsoft.com/office/drawing/2014/main" xmlns="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xmlns="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xmlns="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xmlns="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:a16="http://schemas.microsoft.com/office/drawing/2014/main" xmlns="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xmlns="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xmlns="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xmlns="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:a16="http://schemas.microsoft.com/office/drawing/2014/main" xmlns="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xmlns="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xmlns="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xmlns="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xmlns="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Uses: Sequential data analysis</a:t>
            </a:r>
          </a:p>
          <a:p>
            <a:pPr/>
            <a:r>
              <a:t>Architecture: Feedback loops enabled</a:t>
            </a:r>
          </a:p>
          <a:p>
            <a:pPr/>
            <a:r>
              <a:t>Equation: h_t = f(h_(t-1), x_t)</a:t>
            </a:r>
          </a:p>
          <a:p>
            <a:pPr/>
            <a:r>
              <a:t>Training: Backpropagation through time</a:t>
            </a:r>
          </a:p>
          <a:p>
            <a:pPr/>
            <a:r>
              <a:t>Challenge: Vanishing gradients occur</a:t>
            </a:r>
          </a:p>
          <a:p>
            <a:pPr/>
            <a:r>
              <a:t>Solution: LSTM, GRU cells used</a:t>
            </a:r>
          </a:p>
          <a:p>
            <a:pPr/>
            <a:r>
              <a:t>Complexity: O(n log n) time</a:t>
            </a:r>
          </a:p>
          <a:p>
            <a:pPr/>
            <a:r>
              <a:t>Application: Speech recognition systems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f68c4d0d6a1249eebd67c1afaa8b7b63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RNN: Recurrent Neural Network</a:t>
            </a:r>
          </a:p>
          <a:p>
            <a:pPr/>
            <a:r>
              <a:t>h_t = f(h_(t-1), x_t)</a:t>
            </a:r>
          </a:p>
          <a:p>
            <a:pPr/>
            <a:r>
              <a:t>Output: o_t = g(h_t)</a:t>
            </a:r>
          </a:p>
          <a:p>
            <a:pPr/>
            <a:r>
              <a:t>Backprop: Compute gradients</a:t>
            </a:r>
          </a:p>
          <a:p>
            <a:pPr/>
            <a:r>
              <a:t>BPTT: Backpropagation Through Time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  <a:p>
            <a:pPr/>
            <a:r>
              <a:t>Activation: tanh, sigmoid, ReLU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14a3e508e4b1463e98ac321d737020eb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Backprop: dE/dt = dE/dy * dy/dt</a:t>
            </a:r>
          </a:p>
          <a:p>
            <a:pPr/>
            <a:r>
              <a:t>Activation: sigmoid(t) = 1/(1+e^(-t))</a:t>
            </a:r>
          </a:p>
          <a:p>
            <a:pPr/>
            <a:r>
              <a:t>Hidden State: h(t) = f(h(t-1), x(t))</a:t>
            </a:r>
          </a:p>
          <a:p>
            <a:pPr/>
            <a:r>
              <a:t>Output: y(t) = g(h(t), x(t))</a:t>
            </a:r>
          </a:p>
          <a:p>
            <a:pPr/>
            <a:r>
              <a:t>Loss: E = (1/2) * (y_true - y_pred)^2</a:t>
            </a:r>
          </a:p>
          <a:p>
            <a:pPr/>
            <a:r>
              <a:t>Optimization: O(n log n) time complexity</a:t>
            </a:r>
          </a:p>
          <a:p>
            <a:pPr/>
            <a:r>
              <a:t>Training: dE/dw = dE/dy * dy/dw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Sequence prediction: y = f(x, h)</a:t>
            </a:r>
          </a:p>
          <a:p>
            <a:pPr/>
            <a:r>
              <a:t>Natural language processing: NLP</a:t>
            </a:r>
          </a:p>
          <a:p>
            <a:pPr/>
            <a:r>
              <a:t>Time series forecasting: ARIMA, LSTM</a:t>
            </a:r>
          </a:p>
          <a:p>
            <a:pPr/>
            <a:r>
              <a:t>Speech recognition: acoustic models</a:t>
            </a:r>
          </a:p>
          <a:p>
            <a:pPr/>
            <a:r>
              <a:t>Machine translation: seq2seq, attention</a:t>
            </a:r>
          </a:p>
          <a:p>
            <a:pPr/>
            <a:r>
              <a:t>Sentiment analysis: text classification</a:t>
            </a:r>
          </a:p>
          <a:p>
            <a:pPr/>
            <a:r>
              <a:t>Anomaly detection: O(n log n)</a:t>
            </a:r>
          </a:p>
          <a:p>
            <a:pPr/>
            <a:r>
              <a:t>Recommendation systems: collaborative filtering</a:t>
            </a:r>
          </a:p>
          <a:p>
            <a:pPr/>
            <a:r>
              <a:t>Chatbots: dialogue management systems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10</cp:revision>
  <dcterms:created xsi:type="dcterms:W3CDTF">2026-02-15T06:21:20Z</dcterms:created>
  <dcterms:modified xsi:type="dcterms:W3CDTF">2026-02-15T09:18:36Z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