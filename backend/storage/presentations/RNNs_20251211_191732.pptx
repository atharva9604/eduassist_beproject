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Introduce the topic: RNNs. Explain its importance and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key concept 1 in detail. Provide examples and engage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key concept 2 in detail. Provide examples and engage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key concept 3 in detail. Provide examples and engage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key concept 4 in detail. Provide examples and engage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key concept 5 in detail. Provide examples and engage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key concept 6 in detail. Provide examples and engage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key concept 7 in detail. Provide examples and engage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key concept 8 in detail. Provide examples and engage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Summarize the key points. Emphasize important takeaways and encourage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RNNs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Educational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1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1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2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2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2</a:t>
            </a:r>
          </a:p>
        </p:txBody>
      </p:sp>
      <p:pic>
        <p:nvPicPr>
          <p:cNvPr id="4" name="Picture 3" descr="3e3cd2447502492f96ea7b386a15ce69_rnn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3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3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4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4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5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5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6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6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7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7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8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8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C00000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Key takeaways from the presentation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Important points to remember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Next steps or further reading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