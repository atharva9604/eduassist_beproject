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Photosynthesis process where plants, algae,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Photosynthesis is the process where plants, algae, and some bacteria use sunlight, water, and carbon dioxide to create their own food (sugars) and release oxygen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This conversion of light energy into chemical energy occurs in organelles called chloroplasts, which contain the pigment chlorophyll that absorbs sunlight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overall process is vital for life on Earth, as it produces the oxygen we breathe and serves as the foundation of most food chains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How photosynthesis works Inputs: Water (\(H_{2}O\)), carbon dioxide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How photosynthesis works Inputs: Water (\(H_{2}O\)), carbon dioxide (\(CO_{2}\)), and light energy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Outputs: Glucose (a sugar, \(C_{6}H_{12}O_{6}\)) and oxygen (\(O_{2}\))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Location: Occurs within chloroplasts, primarily in the leaves of plants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Photosynthesis is the process where plants, algae, and some bacteria use sunl...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This conversion of light energy into chemical energy occurs in organelles cal...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Outputs: Glucose (a sugar, \(C_{6}H_{12}O_{6}\)) and oxygen (\(O_{2}\))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