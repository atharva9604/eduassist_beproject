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Computer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to Computer Networks in the context of Computer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Types of Computer Networks (LAN, MAN, WAN) in the context of Computer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Network Topologies in the context of Computer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OSI Model Layers in the context of Computer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Network Devices (Router, Switch, Hub) in the context of Computer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Computer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Computer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Computer networks enable communication between devices through standardized protocols and architectures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Networks can be classified as LAN, WAN, or MAN based on geographical scope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internet is a global network of interconnected computers and servers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Network topology refers to the physical or logical arrangement of devices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Networks use protocols such as TCP/IP and HTTP for data transmission and reception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Computer networks support various applications including email, file sharing, and video conferencing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Network security is critical to protect against cyber threats and data breaches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Network performance is measured by parameters such as bandwidth, latency, and throughput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Computer networks have revolutionized modern communication and information exchange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Types of Computer Networks (LAN, MAN, WAN)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Local Area Network connects devices within a limited geographical area, typically a building or campus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Metropolitan Area Network spans a larger geographic area, such as a city or town, with high-speed connectivity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Wide Area Network covers a broad geographic area, often connecting multiple LANs and MANs across regions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LANs are commonly used in homes, offices, and schools for sharing resources and internet access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MANs are often used by organizations to connect multiple LANs and provide high-speed internet access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WANs are used by large organizations to connect remote offices and provide secure data transmission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Wireless LANs use wireless communication technologies to connect devices without physical cables or wires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Virtual Private Network is a type of WAN that provides secure and encrypted connections over the internet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LANs, MANs, and WANs differ in their geographical scope, connectivity, and network architecture design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Each type of network has its own set of advantages, disadvantages, and applications in various contexts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Network Topologies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Bus topology connects devices through a single cable, reducing costs and complexity effectively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Star topology features a central node, providing reliable data transmission and easy maintenance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Ring topology arranges devices in a circular configuration, ensuring data transmission in one direction only.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Mesh topology provides multiple paths for data transmission, enhancing network reliability and fault tolerance greatly.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Hybrid topology combines different network topologies, offering flexibility and improved network performance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Tree topology is a hierarchical structure, suitable for large networks with multiple sub-networks and devices.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Point-to-point topology connects two devices directly, providing a dedicated communication link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Point-to-multipoint topology connects one device to multiple devices, enabling efficient data transmission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Network topology determines the layout and connectivity of devices, affecting overall network performance greatly.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OSI Model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Physical Layer defines network cable and wireless communication standards and protocols.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 Link Layer ensures error-free transfer of data frames between devices on a network.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Network Layer routes data between devices on different networks using IP addresses.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Transport Layer provides reliable data transfer and error detection between devices.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Session Layer establishes and manages connections between applications and devices.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Presentation Layer converts data into a format that can be understood by receiving device.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Application Layer provides services and interfaces for applications to communicate over network.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OSI Model Layers work together to enable communication between devices on a network effectively.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Each Layer has specific functions and responsibilities in the communication process.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Network Devices (Router, Switch, Hub)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Routers connect multiple networks, routing traffic between them efficiently and effectively.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Switches connect devices within a network, forwarding data packets to intended recipients.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Hubs connect devices, repeating incoming data signals to all connected devices simultaneously.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Routers operate at the network layer, making decisions based on IP addresses and protocols.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Switches operate at the data link layer, using MAC addresses to forward data packets.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Hubs operate at the physical layer, simply repeating incoming data signals without modification.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Network devices like routers and switches improve network performance and reduce congestion.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Routers and switches can be managed and configured remotely for ease of administration.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Hubs are simple, non-intelligent devices, requiring no configuration or management whatsoever.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Routers and switches provide security features like firewalling and access control lists.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