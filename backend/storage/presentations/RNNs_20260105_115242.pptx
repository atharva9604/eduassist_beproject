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Introduce the topic: RNNs. Explain its importance and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1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2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3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Summarize the key points. Emphasize important takeaways and encourage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RNNs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Key takeaways from the presentation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Important points to remember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Next steps or further reading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Content to be added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