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Process Management Concepts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Acts as an intermediary between computer hardware and user-level applications providing services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platform for running applications and managing computer hardware components seamlessly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primary memory and storage devices to optimize system performance and productivity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input output operations and interrupts to ensure smooth system functioning and responsiveness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system security and stability by implementing access control and authentication mechanisms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multitasking and multithreading to increase system throughput and user productivity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user interface for interacting with the system and executing commands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file systems and directories to store and retrieve data securely and reliably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system performance by managing processes and threads and allocating resources effectively</a:t>
            </a:r>
          </a:p>
        </p:txBody>
      </p:sp>
      <p:pic>
        <p:nvPicPr>
          <p:cNvPr id="4" name="Picture 3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process is a program in execution with its own memory space.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determines which process runs at a given time.</a:t>
            </a:r>
          </a:p>
        </p:txBody>
      </p:sp>
      <p:pic>
        <p:nvPicPr>
          <p:cNvPr id="4" name="Picture 3" descr="89794360bf114f7b9a03c6009da026db_operating_system_fundamentals_computer_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method divides memory into variable-size blocks for better utilization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capacity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involves exchanging processes between main and secondary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 unusable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compaction technique rearranges memory to eliminate fragmentation and improve 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stores frequently accessed data for faster retrieval and execution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mechanisms prevent unauthorized access to sensitive data and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allocation algorithms manage memory distribution among competing processes and threads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