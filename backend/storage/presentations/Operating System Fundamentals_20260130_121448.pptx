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Operating Systems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Process Management Architecture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Memory Management Techniques in the context of Operating System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Operating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Computer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Operating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manage computer hardware and software resources efficiently and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provides a platform for running applications and services seamlessly and securely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Primary function of OS is to manage memory and storage devices efficiently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provide a user interface for interacting with computer systems easily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OS manages input output devices such as keyboards and displays effectively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Security and authentication are critical components of modern operating systems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support multitasking and multithreading capabilities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Device management and file systems are essential operating system components always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Error handling and debugging are important features of operating systems always</a:t>
            </a:r>
          </a:p>
        </p:txBody>
      </p:sp>
      <p:pic>
        <p:nvPicPr>
          <p:cNvPr id="4" name="Picture 3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Process Management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Process management involves creating, scheduling, and terminating processes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Operating systems use process control blocks to store process information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scheduling algorithms determine the order of process execution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Context switching enables the operating system to switch between processes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synchronization mechanisms prevent data inconsistencies and deadlocks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Interprocess communication allows processes to exchange data and coordinate actions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states include ready, running, waiting, and zombie states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 process manager handles process creation, deletion, and synchronization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Process priority scheduling allocates CPU time based on process priority</a:t>
            </a:r>
          </a:p>
        </p:txBody>
      </p:sp>
      <p:pic>
        <p:nvPicPr>
          <p:cNvPr id="4" name="Picture 3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Memory Management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Memory allocation techniques manage memory efficiently for optimal system performance and productivity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Paging enables efficient memory allocation and deallocation with minimal overhead and fragmentation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Segmentation divides memory into logical segments for easier management and access control mechanisms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Virtual memory combines physical and secondary storage for increased memory capacity and flexibility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Swapping involves exchanging pages or segments between main memory and secondary storage devices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Cache memory stores frequently accessed data for rapid retrieval and improved system responsiveness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protection mechanisms prevent unauthorized access and ensure data integrity and security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Dynamic memory allocation allows programs to request and release memory as needed during execution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Memory fragmentation occurs when free memory is broken into small, unusable blocks and requires defragmentation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