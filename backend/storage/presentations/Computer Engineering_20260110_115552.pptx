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fundamentals of operating systems, including their definition, types, functions, and components. We will also discuss the various services and security mechanisms provided by operating systems, along with examples of popular operating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primary functions and key concepts. Operating systems play a crucial role in managing computer resources and providing a platform for running applications. We will discuss the various components and features of operating systems, including process management, memory management, and file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primary functions and key components. We will discuss how operating systems manage hardware and software resources, provide a platform for running applications, and enforce security measures. This introduction will lay the foundation for further exploration of operating system concepts and principles.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Definition: Software managing computer hardware resources efficiently</a:t>
            </a:r>
          </a:p>
          <a:p>
            <a:pPr>
              <a:defRPr sz="2000">
                <a:solidFill>
                  <a:srgbClr val="444444"/>
                </a:solidFill>
              </a:defRPr>
            </a:pPr>
            <a:r>
              <a:t>Types: Single-user, multi-user, multi-tasking, and real-time operating systems</a:t>
            </a:r>
          </a:p>
          <a:p>
            <a:pPr>
              <a:defRPr sz="2000">
                <a:solidFill>
                  <a:srgbClr val="444444"/>
                </a:solidFill>
              </a:defRPr>
            </a:pPr>
            <a:r>
              <a:t>Functions: Process management, memory management, and file management</a:t>
            </a:r>
          </a:p>
          <a:p>
            <a:pPr>
              <a:defRPr sz="2000">
                <a:solidFill>
                  <a:srgbClr val="444444"/>
                </a:solidFill>
              </a:defRPr>
            </a:pPr>
            <a:r>
              <a:t>Components: Kernel, device drivers, and system libraries</a:t>
            </a:r>
          </a:p>
          <a:p>
            <a:pPr>
              <a:defRPr sz="2000">
                <a:solidFill>
                  <a:srgbClr val="444444"/>
                </a:solidFill>
              </a:defRPr>
            </a:pPr>
            <a:r>
              <a:t>Operating System Services: Process scheduling and synchronization</a:t>
            </a:r>
          </a:p>
          <a:p>
            <a:pPr>
              <a:defRPr sz="2000">
                <a:solidFill>
                  <a:srgbClr val="444444"/>
                </a:solidFill>
              </a:defRPr>
            </a:pPr>
            <a:r>
              <a:t>Memory Management: Virtual memory, paging, and segmentation techniques</a:t>
            </a:r>
          </a:p>
          <a:p>
            <a:pPr>
              <a:defRPr sz="2000">
                <a:solidFill>
                  <a:srgbClr val="444444"/>
                </a:solidFill>
              </a:defRPr>
            </a:pPr>
            <a:r>
              <a:t>Security: Authentication, authorization, and access control mechanisms</a:t>
            </a:r>
          </a:p>
          <a:p>
            <a:pPr>
              <a:defRPr sz="2000">
                <a:solidFill>
                  <a:srgbClr val="444444"/>
                </a:solidFill>
              </a:defRPr>
            </a:pPr>
            <a:r>
              <a:t>Examples: Windows, Linux, macOS, and mobile operating systems</a:t>
            </a:r>
          </a:p>
          <a:p>
            <a:pPr>
              <a:defRPr sz="2000">
                <a:solidFill>
                  <a:srgbClr val="444444"/>
                </a:solidFill>
              </a:defRPr>
            </a:pPr>
            <a:r>
              <a:t>Importance: Enables efficient hardware utilization and user interaction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input/output operations and memory management functions</a:t>
            </a:r>
          </a:p>
          <a:p>
            <a:pPr>
              <a:defRPr sz="2000">
                <a:solidFill>
                  <a:srgbClr val="444444"/>
                </a:solidFill>
              </a:defRPr>
            </a:pPr>
            <a:r>
              <a:t>Ensures security and authentication for user accounts and data</a:t>
            </a:r>
          </a:p>
          <a:p>
            <a:pPr>
              <a:defRPr sz="2000">
                <a:solidFill>
                  <a:srgbClr val="444444"/>
                </a:solidFill>
              </a:defRPr>
            </a:pPr>
            <a:r>
              <a:t>Supports multitasking and multithreading capabilities for performance</a:t>
            </a:r>
          </a:p>
          <a:p>
            <a:pPr>
              <a:defRPr sz="2000">
                <a:solidFill>
                  <a:srgbClr val="444444"/>
                </a:solidFill>
              </a:defRPr>
            </a:pPr>
            <a:r>
              <a:t>Handles interrupts and exceptions for stable system operation</a:t>
            </a:r>
          </a:p>
          <a:p>
            <a:pPr>
              <a:defRPr sz="2000">
                <a:solidFill>
                  <a:srgbClr val="444444"/>
                </a:solidFill>
              </a:defRPr>
            </a:pPr>
            <a:r>
              <a:t>Manages file systems and storage devices for data organization</a:t>
            </a:r>
          </a:p>
          <a:p>
            <a:pPr>
              <a:defRPr sz="2000">
                <a:solidFill>
                  <a:srgbClr val="444444"/>
                </a:solidFill>
              </a:defRPr>
            </a:pPr>
            <a:r>
              <a:t>Optimizes system performance and responsiveness through scheduling</a:t>
            </a:r>
          </a:p>
          <a:p>
            <a:pPr>
              <a:defRPr sz="2000">
                <a:solidFill>
                  <a:srgbClr val="444444"/>
                </a:solidFill>
              </a:defRPr>
            </a:pPr>
            <a:r>
              <a:t>Provides a user interface for interaction and configuration purposes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Introduction to Operating Systems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Handles memory management and allocation tasks precisely</a:t>
            </a:r>
          </a:p>
          <a:p>
            <a:pPr>
              <a:defRPr sz="2000">
                <a:solidFill>
                  <a:srgbClr val="444444"/>
                </a:solidFill>
              </a:defRPr>
            </a:pPr>
            <a:r>
              <a:t>Enforces security and access control mechanisms strictly</a:t>
            </a:r>
          </a:p>
          <a:p>
            <a:pPr>
              <a:defRPr sz="2000">
                <a:solidFill>
                  <a:srgbClr val="444444"/>
                </a:solidFill>
              </a:defRPr>
            </a:pPr>
            <a:r>
              <a:t>Supports multitasking and multithreading capabilities fully</a:t>
            </a:r>
          </a:p>
          <a:p>
            <a:pPr>
              <a:defRPr sz="2000">
                <a:solidFill>
                  <a:srgbClr val="444444"/>
                </a:solidFill>
              </a:defRPr>
            </a:pPr>
            <a:r>
              <a:t>Manages file systems and directory structures effectively</a:t>
            </a:r>
          </a:p>
          <a:p>
            <a:pPr>
              <a:defRPr sz="2000">
                <a:solidFill>
                  <a:srgbClr val="444444"/>
                </a:solidFill>
              </a:defRPr>
            </a:pPr>
            <a:r>
              <a:t>Provides networking and communication protocols support</a:t>
            </a:r>
          </a:p>
          <a:p>
            <a:pPr>
              <a:defRPr sz="2000">
                <a:solidFill>
                  <a:srgbClr val="444444"/>
                </a:solidFill>
              </a:defRPr>
            </a:pPr>
            <a:r>
              <a:t>Optimizes system performance and responsiveness always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