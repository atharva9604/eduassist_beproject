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Understanding the Multilayer Perceptron (MLP)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A Foundational Component of 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Architecture of an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MLPs consist of at least three types of layers: an Input Layer, one or more Hidden Layers, and an Output Layer.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Information flows in one direction (feedforward) from the input to the output.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Neurons in one layer are typically fully connected to all neurons in the next, with each connection having a learnable weight and bias.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presence of hidden layers is what makes it 'multilayer' and allows it to learn complex feature hierarchies.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The Power of Non-Linearity: 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Activation functions (e.g., ReLU, Sigmoid, Tanh) are applied to neurons in the hidden and output layers.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They introduce non-linearity, which is crucial for the network to learn complex, non-linear relationships in the data.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Without non-linear activations, an MLP would simply be a linear model, no more powerful than a single-layer perceptron.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This capability allows MLPs to approximate any continuous function, making them a universal approximator.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How MLPs Learn: The Backpropagation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Training is an iterative process starting with Forward Propagation, where input data is passed through the network to get a prediction.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Next, an Error (or Loss) is calculated by comparing the network's prediction with the true target labels.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error is then propagated backward through the network (Backpropagation), calculating the contribution of each weight and bias to the total error.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Finally, weights and biases are adjusted using an optimization algorithm like Gradient Descent to minimize the error in subsequent iterations.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Multilayer Perceptron: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MLPs consist of at least three types of layers: an Input Layer, one or more H...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Activation functions (e.g., ReLU, Sigmoid, Tanh) are applied to neurons in th...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Training is an iterative process starting with Forward Propagation, where inp...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