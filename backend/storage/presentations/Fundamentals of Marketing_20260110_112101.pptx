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Fundamentals of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Fundamentals of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Fundamentals of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Fundamentals of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Fundamentals of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Summary &amp; Key Takeaways in the context of Fundamentals of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Fundamentals of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Principles of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Marketing fundamentals involve understanding customer needs and wants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Introduction to marketing principles requires knowledge of target audience analysis techniques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Principles of marketing introduce the concept of marketing mix and its elements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Fundamentals of marketing focus on creating value for customers and stakeholders alike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Marketing introduction encompasses understanding of marketing environment and its components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Basic marketing principles include segmentation, targeting, and positioning strategies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Introduction to marketing fundamentals requires understanding of consumer behavior patterns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Marketing principles introduction involves learning about marketing research methods and tools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Fundamentals of marketing introduce the importance of branding and brand management</a:t>
            </a:r>
          </a:p>
        </p:txBody>
      </p:sp>
      <p:pic>
        <p:nvPicPr>
          <p:cNvPr id="4" name="Picture 3" descr="81600d2f373b4fb7b2d6518a2e1f0bf8_fundamentals_of_marketing_principles_of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Marketing architecture encompasses strategic planning and tactical execution processes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concept involves understanding target audience needs and preferences deeply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Customer-centric approach drives marketing architecture and strategy development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Marketing mix elements include product, price, promotion, and place considerations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Segmentation, targeting, and positioning form the foundation of marketing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Marketing environment analysis includes internal, external, and competitive factors assessment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concept architecture integrates marketing research and analytics capabilities seamlessly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Marketing strategy formulation involves setting goals, objectives, and performance metrics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Architecture design requires consideration of organizational structure and culture alignment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Effective marketing architecture enables sustainable competitive advantage and growth</a:t>
            </a:r>
          </a:p>
        </p:txBody>
      </p:sp>
      <p:pic>
        <p:nvPicPr>
          <p:cNvPr id="4" name="Picture 3" descr="7e7b9b61de86406faedf98e1f3348c30_fundamentals_of_marketing_principles_of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Marketing strategies utilize mathematical models for demand forecasting and customer behavior analysis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Logical explanations in marketing involve statistical methods for data analysis and interpretation of results accurately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Mathematical techniques such as regression analysis are used to identify trends and patterns in market data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Marketing mix optimization relies on mathematical algorithms to determine ideal product pricing and promotion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Customer segmentation uses logical clustering methods to categorize target audiences based on demographics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 research employs statistical sampling methods to collect and analyze data from representative samples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Marketing metrics such as ROI and customer lifetime value are calculated using mathematical formulas precisely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Logical decision-making in marketing involves weighing options based on data-driven cost-benefit analyses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Mathematical modeling helps marketers predict consumer responses to different marketing campaigns and strategies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Data-driven marketing strategies rely on logical explanations of market trends and customer behavior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Marketing research informs product development and launch strategies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targets specific customer groups with tailored marketing campaigns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Digital marketing channels enhance brand awareness and customer engagement online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Public relations builds trust and credibility through media outreach efforts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Personal selling enables direct customer interaction and relationship building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Social media marketing leverages platforms for brand promotion and community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Content marketing creates valuable information to attract and retain customers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Email marketing nurtures leads and drives conversions through targeted campaigns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Influencer marketing partners with influencers to expand brand reach and credibility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Understanding target audience is crucial for effective marketing strategies development and implementation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 research and analysis are essential for informed decision making in marketing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Segmentation, targeting, and positioning are fundamental concepts in marketing principles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Branding and brand management are vital for creating customer loyalty and retention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Marketing mix elements include product, price, promotion, and place for strategic planning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Consumer behavior and psychology influence marketing strategies and tactics significantly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Marketing ethics and social responsibility are critical for maintaining brand reputation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Digital marketing channels have transformed the way businesses interact with customers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Measuring and evaluating marketing performance is necessary for continuous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