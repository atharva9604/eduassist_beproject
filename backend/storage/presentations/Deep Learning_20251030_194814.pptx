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Core Idea</a:t>
            </a:r>
          </a:p>
        </p:txBody>
      </p:sp>
      <p:sp>
        <p:nvSpPr>
          <p:cNvPr id="3" name="Content Placeholder 2"/>
          <p:cNvSpPr>
            <a:spLocks noGrp="1"/>
          </p:cNvSpPr>
          <p:nvPr>
            <p:ph idx="1"/>
          </p:nvPr>
        </p:nvSpPr>
        <p:spPr/>
        <p:txBody>
          <a:bodyPr/>
          <a:lstStyle/>
          <a:p>
            <a:pPr>
              <a:defRPr sz="2000">
                <a:solidFill>
                  <a:srgbClr val="444444"/>
                </a:solidFill>
              </a:defRPr>
            </a:pPr>
            <a:r>
              <a:t>Traditional feedforward networks (MLPs, CNNs) assume inputs are independent, making them unsuitable for sequential data (e.g., text, time-series) where order is critical. They lack a 'memory' of past information.</a:t>
            </a:r>
          </a:p>
          <a:p>
            <a:pPr>
              <a:defRPr sz="2000">
                <a:solidFill>
                  <a:srgbClr val="444444"/>
                </a:solidFill>
              </a:defRPr>
            </a:pPr>
            <a:r>
              <a:t>RNNs introduce 'memory' through a recurrent loop in their architecture. This loop allows information from a previous time step (the hidden state) to be passed as an input to the current time step, creating a sense of context.</a:t>
            </a:r>
          </a:p>
          <a:p>
            <a:pPr>
              <a:defRPr sz="2000">
                <a:solidFill>
                  <a:srgbClr val="444444"/>
                </a:solidFill>
              </a:defRPr>
            </a:pPr>
            <a:r>
              <a:t>Conceptually, an RNN can be 'unrolled' over time. At each step `t`, the network takes the current input `x(t)` and the previous hidden state `h(t-1)` to produce an output `y(t)` and a new hidden state `h(t)`. The hidden state acts as the network's memory.</a:t>
            </a:r>
          </a:p>
          <a:p>
            <a:pPr>
              <a:defRPr sz="2000">
                <a:solidFill>
                  <a:srgbClr val="444444"/>
                </a:solidFill>
              </a:defRPr>
            </a:pPr>
            <a:r>
              <a:t>A key feature is parameter sharing: the same set of weights is used at every time step. This makes the model efficient, reduces the total number of parameters to learn, and allows it to generalize to sequences of different lengths.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Architecture &amp; The Loop</a:t>
            </a:r>
          </a:p>
        </p:txBody>
      </p:sp>
      <p:sp>
        <p:nvSpPr>
          <p:cNvPr id="3" name="Content Placeholder 2"/>
          <p:cNvSpPr>
            <a:spLocks noGrp="1"/>
          </p:cNvSpPr>
          <p:nvPr>
            <p:ph idx="1"/>
          </p:nvPr>
        </p:nvSpPr>
        <p:spPr/>
        <p:txBody>
          <a:bodyPr/>
          <a:lstStyle/>
          <a:p>
            <a:pPr>
              <a:defRPr sz="2000">
                <a:solidFill>
                  <a:srgbClr val="444444"/>
                </a:solidFill>
              </a:defRPr>
            </a:pPr>
            <a:r>
              <a:t>The core of an RNN is the feedback loop: the output from a previous time step is fed back as an input to the current time step. This loop allows information to persist, giving the network a form of 'memory' to consider past context when processing new data in a sequence.</a:t>
            </a:r>
          </a:p>
          <a:p>
            <a:pPr>
              <a:defRPr sz="2000">
                <a:solidFill>
                  <a:srgbClr val="444444"/>
                </a:solidFill>
              </a:defRPr>
            </a:pPr>
            <a:r>
              <a:t>This 'memory' is stored in a vector called the **hidden state (h_t)**. At each step, the network calculates a new hidden state by applying a function to a combination of the current input (x_t) and the hidden state from the previous step (h_{t-1}). The hidden state thus acts as a compressed summary of all relevant information seen so far.</a:t>
            </a:r>
          </a:p>
          <a:p>
            <a:pPr>
              <a:defRPr sz="2000">
                <a:solidFill>
                  <a:srgbClr val="444444"/>
                </a:solidFill>
              </a:defRPr>
            </a:pPr>
            <a:r>
              <a:t>To understand and train RNNs, we conceptually 'unroll' the loop through time, creating a deep network with one layer per time step. Crucially, the **same set of weights and biases** is used at every single step. This weight sharing allows the model to apply the same learned logic to different parts of the sequence and makes it highly parameter-efficient.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Core Mechanism</a:t>
            </a:r>
          </a:p>
        </p:txBody>
      </p:sp>
      <p:sp>
        <p:nvSpPr>
          <p:cNvPr id="3" name="Content Placeholder 2"/>
          <p:cNvSpPr>
            <a:spLocks noGrp="1"/>
          </p:cNvSpPr>
          <p:nvPr>
            <p:ph idx="1"/>
          </p:nvPr>
        </p:nvSpPr>
        <p:spPr/>
        <p:txBody>
          <a:bodyPr/>
          <a:lstStyle/>
          <a:p>
            <a:pPr>
              <a:defRPr sz="2000">
                <a:solidFill>
                  <a:srgbClr val="444444"/>
                </a:solidFill>
              </a:defRPr>
            </a:pPr>
            <a:r>
              <a:t>Anatomy of an RNN Cell: At each time step 't', the cell takes two inputs: the current data point 'x_t' and the hidden state from the previous step 'h_{t-1}'. This 'h_{t-1}' acts as the network's memory, summarizing information from all prior steps.</a:t>
            </a:r>
          </a:p>
          <a:p>
            <a:pPr>
              <a:defRPr sz="2000">
                <a:solidFill>
                  <a:srgbClr val="444444"/>
                </a:solidFill>
              </a:defRPr>
            </a:pPr>
            <a:r>
              <a:t>The Forward Pass Equations: The new hidden state 'h_t' is computed by combining the previous state and current input with shared weight matrices, followed by a non-linear activation (e.g., tanh): h_t = tanh(W_hh * h_{t-1} + W_xh * x_t + b_h). The output 'y_t' is then typically generated from this new hidden state: y_t = W_hy * h_t + b_y.</a:t>
            </a:r>
          </a:p>
          <a:p>
            <a:pPr>
              <a:defRPr sz="2000">
                <a:solidFill>
                  <a:srgbClr val="444444"/>
                </a:solidFill>
              </a:defRPr>
            </a:pPr>
            <a:r>
              <a:t>Parameter Sharing &amp; Unrolling: The same weight matrices (W_hh, W_xh, W_hy) are used at every single time step. This parameter sharing is the key to handling sequences of variable length. To visualize this process for training, we 'unroll' the network, creating a deep chain where each time step becomes a layer that passes its state to the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