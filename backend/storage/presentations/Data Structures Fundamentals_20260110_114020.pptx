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Data Structures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Introduction to Data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Linear Data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Non-Linear Data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Data Structures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Data structures organize and store data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improve performance of algorithms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Examples include arrays, stacks, and queues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Linear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Elements are arranged sequentially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Access is done in a linear order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Examples include arrays and linked 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Non-Linear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Elements are arranged hierarchically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Relationships are not sequential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Examples include trees and graphs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