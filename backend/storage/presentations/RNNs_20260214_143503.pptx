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0" r:id="rId12"/>
    <p:sldId id="261" r:id="rId13"/>
    <p:sldId id="262" r:id="rId14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ontent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hankYou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Recursive neural network models</a:t>
            </a:r>
          </a:p>
          <a:p>
            <a:pPr/>
            <a:r>
              <a:t>O(n) time complexity for training</a:t>
            </a:r>
          </a:p>
          <a:p>
            <a:pPr/>
            <a:r>
              <a:t>h_t = sigmoid(Wx_t + Uh_t-1)</a:t>
            </a:r>
          </a:p>
          <a:p>
            <a:pPr/>
            <a:r>
              <a:t>BPTT: Backpropagation through time</a:t>
            </a:r>
          </a:p>
          <a:p>
            <a:pPr/>
            <a:r>
              <a:t>LSTM: Long short-term memory units</a:t>
            </a:r>
          </a:p>
          <a:p>
            <a:pPr/>
            <a:r>
              <a:t>GRU: Gated recurrent unit architecture</a:t>
            </a:r>
          </a:p>
          <a:p>
            <a:pPr/>
            <a:r>
              <a:t>E = -sum(y_true * log(y_pred))</a:t>
            </a:r>
          </a:p>
          <a:p>
            <a:pPr/>
            <a:r>
              <a:t>Optimization: Stochastic gradient descent</a:t>
            </a:r>
          </a:p>
        </p:txBody>
      </p:sp>
      <p:pic>
        <p:nvPicPr>
          <p:cNvPr id="4" name="Picture 3" descr="a354c72f7341457ca31b1e1ece8608e5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</a:t>
            </a:r>
          </a:p>
          <a:p>
            <a:pPr/>
            <a:r>
              <a:t>Use: Recurrence relation</a:t>
            </a:r>
          </a:p>
          <a:p>
            <a:pPr/>
            <a:r>
              <a:t>Formula: h_t = f(h_t-1, x_t)</a:t>
            </a:r>
          </a:p>
          <a:p>
            <a:pPr/>
            <a:r>
              <a:t>Backprop: Through time (BPTT)</a:t>
            </a:r>
          </a:p>
          <a:p>
            <a:pPr/>
            <a:r>
              <a:t>Training: Stochastic gradient descent</a:t>
            </a:r>
          </a:p>
          <a:p>
            <a:pPr/>
            <a:r>
              <a:t>Activation: Sigmoid, tanh, ReLU</a:t>
            </a:r>
          </a:p>
          <a:p>
            <a:pPr/>
            <a:r>
              <a:t>Output: Softmax, linear layers</a:t>
            </a:r>
          </a:p>
          <a:p>
            <a:pPr/>
            <a:r>
              <a:t>Complexity: O(n^2) time, O(n) space</a:t>
            </a:r>
          </a:p>
          <a:p>
            <a:pPr/>
            <a:r>
              <a:t>Variants: LSTM, GRU, Bidirectional</a:t>
            </a:r>
          </a:p>
        </p:txBody>
      </p:sp>
      <p:pic>
        <p:nvPicPr>
          <p:cNvPr id="4" name="Picture 3" descr="111a8334923c4e7bad6336a91d94eae3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Formula: h_t = tanh(W_h * h_t-1)</a:t>
            </a:r>
          </a:p>
          <a:p>
            <a:pPr/>
            <a:r>
              <a:t>Backprop: Compute gradients O(n log n)</a:t>
            </a:r>
          </a:p>
          <a:p>
            <a:pPr/>
            <a:r>
              <a:t>Activation: sigmoid, tanh, ReLU</a:t>
            </a:r>
          </a:p>
          <a:p>
            <a:pPr/>
            <a:r>
              <a:t>Loss: Cross-entropy, MSE</a:t>
            </a:r>
          </a:p>
          <a:p>
            <a:pPr/>
            <a:r>
              <a:t>Optimization: SGD, Adam</a:t>
            </a:r>
          </a:p>
          <a:p>
            <a:pPr/>
            <a:r>
              <a:t>Time complexity: O(n*t)</a:t>
            </a:r>
          </a:p>
          <a:p>
            <a:pPr/>
            <a:r>
              <a:t>Space complexity: O(n)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Modeling sequential data with h_t = f(h_t-1, x_t)</a:t>
            </a:r>
          </a:p>
          <a:p>
            <a:pPr/>
            <a:r>
              <a:t>Natural language processing with LSTM networks</a:t>
            </a:r>
          </a:p>
          <a:p>
            <a:pPr/>
            <a:r>
              <a:t>Time series forecasting using RNNs and ARIMA</a:t>
            </a:r>
          </a:p>
          <a:p>
            <a:pPr/>
            <a:r>
              <a:t>Sentiment analysis via gated recurrent units</a:t>
            </a:r>
          </a:p>
          <a:p>
            <a:pPr/>
            <a:r>
              <a:t>Image captioning with CNN-RNN architectures</a:t>
            </a:r>
          </a:p>
          <a:p>
            <a:pPr/>
            <a:r>
              <a:t>Speech recognition using CTC loss function</a:t>
            </a:r>
          </a:p>
          <a:p>
            <a:pPr/>
            <a:r>
              <a:t>Machine translation with attention mechanisms</a:t>
            </a:r>
          </a:p>
          <a:p>
            <a:pPr/>
            <a:r>
              <a:t>Dialogue systems with memory-augmented RNNs</a:t>
            </a:r>
          </a:p>
          <a:p>
            <a:pPr/>
            <a:r>
              <a:t>Anomaly detection in sequences with Autoencoders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