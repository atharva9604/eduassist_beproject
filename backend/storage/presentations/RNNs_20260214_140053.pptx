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RNNs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DL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Goal: Simulate human intelligence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RNNs: Recurrent Neural Networks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Use: Sequence prediction tasks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Formula: h_t = f(h_(t-1), x_t)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Backprop: Through time algorithm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Activation: Sigmoid, tanh functions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Training: Stochastic gradient descent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Complexity: O(n log n) time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Applications: NLP, speech recognition</a:t>
            </a:r>
          </a:p>
        </p:txBody>
      </p:sp>
      <p:pic>
        <p:nvPicPr>
          <p:cNvPr id="4" name="Picture 3" descr="dc53d2bdd0924b98b32a7187ec9d6a9c_rnns_dl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Goal: Model sequential data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Use: Recurrent connections h_t = f(h_t-1, x_t)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Formula: h_t = tanh(W_h*h_t-1 + W_x*x_t)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Backprop: Compute dE/dh_t, dE/dW_h, dE/dW_x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Training: Use BPTT, Truncated BPTT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Architecture: Simple RNN, LSTM, GRU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Equation: LSTM gate z_t = sigmoid(W_z*x_t)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Complexity: O(n*t*d) for n sequences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Optimization: Use SGD, Adam, RMSProp</a:t>
            </a:r>
          </a:p>
        </p:txBody>
      </p:sp>
      <p:pic>
        <p:nvPicPr>
          <p:cNvPr id="4" name="Picture 3" descr="63988510322b4a70a2793290485e11b4_rnns_dl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Goal: Simulate human intelligence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RNNs: Recurrent Neural Networks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 = sigmoid(Wx + Uh)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h(t) = f(h(t-1), x(t))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O(t) = softmax(Vh(t))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 = -Σ(y(t) log O(t))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BPTT: Backpropagation Through Time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LSTM: Long Short-Term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GRU: Gated Recurrent Unit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Language Modeling: P(w|context) = softmax(y)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Time Series: Forecasting y(t+1) = f(y(t))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Sentiment Analysis: classify text as positive/negative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Machine Translation: map x to y, x ∈ X, y ∈ 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Speech Recognition: map audio to text, O(n log n)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Dialogue Systems: generate response, r = f(context)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Text Summarization: compress text, preserve meaning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Anomaly Detection: identify patterns, y = σ(Wx + 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