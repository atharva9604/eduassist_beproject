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introduction deep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sui.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introduction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{bullet 1}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{bullet 2}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{bullet 3}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{bullet 1}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{bullet 2}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{bullet 3}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