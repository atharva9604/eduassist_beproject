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Welcome to the Computer Engineering presentation covering multiple topics. Today we'll explore: Create a 3-slide PPT on Operating Systems Basics., Subject: Computer Engineering, Slide titles:, Slide 1: Introduction to Operating Systems, Slide 2: Process Management Concepts, Slide 3: Memory Management Techniques, Generate content for each slide based on its title..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Welcome to the introduction of operating systems basics, in this section we will cover the fundamental concepts of operating systems, including their functions, types, and characteristics. Operating systems play a crucial role in managing computer hardware and software resources. They provide a platform for running applications and services, and control input output operations and data storage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In this section, we will cover the basics of operating systems, including their primary functions and key characteristics. Operating systems play a crucial role in managing computer hardware and software resources. They provide a platform for running application software programs and control input output and storage devices.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In this section, we will explore the basics of operating systems, including their primary functions and key characteristics. The operating system acts as an intermediary between computer hardware and user-level applications. We will also discuss how operating systems manage resources, ensure security, and provide a platform for running various applications and 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1F497D"/>
                </a:solidFill>
              </a:rPr>
              <a:t>Computer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4472C4"/>
                </a:solidFill>
              </a:rPr>
              <a:t>Generated for: Create a 3-slide PPT on Operating Systems Basics., Subject: Computer Engineering, Slide titles:, Slide 1: Introduction to Operating Systems, Slide 2: Process Management Concepts, Slide 3: Memory Management Techniques, Generate content for each slide based on its title.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943600"/>
            <a:ext cx="10360152" cy="2743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Introduction to Operating Systems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Manages computer hardware and software resources efficiently always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Provides a platform for running applications and services smoothly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Controls input output operations and data storage systems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Manages memory allocation and deallocation for programs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Handles interrupts and exceptions generated by hardware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Supports multitasking and multithreading for efficient processing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Ensures security and authentication for user accounts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Manages file systems and directory structures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Provides a user interface for interacting with the system</a:t>
            </a:r>
          </a:p>
        </p:txBody>
      </p:sp>
      <p:pic>
        <p:nvPicPr>
          <p:cNvPr id="4" name="Picture 3" descr="72b13dd5c66e4b71bef02f47fcbd7d6a_create_a_3-slide_ppt_on_operating_syste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Operating System Fundamentals and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Manages computer hardware and software resources efficiently always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Provides platform for running application software programs smoothly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Controls input output and storage devices effectively always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Manages memory and CPU time allocated to running programs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Ensures security and integrity of computer system data always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Supports multitasking and multithreading capabilities seamlessly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Provides user interface for interacting with computer system easily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Optimizes system performance and responsiveness always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Handles errors and exceptions gracefully and efficiently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Operating System Fundamentals and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Manages computer hardware and software resources efficiently always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Provides platform for running applications and services smoothly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Handles memory management and allocation tasks effectively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Ensures security and authentication mechanisms are in place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Supports networking and communication protocols seamlessly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Allows multitasking and multithreading capabilities always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Optimizes system performance and responsiveness always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Controls input output operations and device management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Provides user interface and experience enhancements regularly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